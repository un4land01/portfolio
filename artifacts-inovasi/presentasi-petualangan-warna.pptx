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6bd8b7de5948e5" /><Relationship Type="http://schemas.openxmlformats.org/officeDocument/2006/relationships/extended-properties" Target="/docProps/app.xml" Id="R02ae4ac391fb426a" /><Relationship Type="http://schemas.openxmlformats.org/officeDocument/2006/relationships/officeDocument" Target="/ppt/presentation.xml" Id="R4494dc87223445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c2a762bf594b0e"/>
  </p:sldMasterIdLst>
  <p:notesMasterIdLst>
    <p:notesMasterId xmlns:r="http://schemas.openxmlformats.org/officeDocument/2006/relationships" r:id="Rcdd803a42cd84619"/>
  </p:notesMasterIdLst>
  <p:sldIdLst>
    <p:sldId xmlns:r="http://schemas.openxmlformats.org/officeDocument/2006/relationships" id="256" r:id="Reb3425313af1436a"/>
    <p:sldId xmlns:r="http://schemas.openxmlformats.org/officeDocument/2006/relationships" id="257" r:id="R52c090a285aa453b"/>
    <p:sldId xmlns:r="http://schemas.openxmlformats.org/officeDocument/2006/relationships" id="258" r:id="R1b3b8941fb004449"/>
    <p:sldId xmlns:r="http://schemas.openxmlformats.org/officeDocument/2006/relationships" id="259" r:id="Re6b34f479fcf4ab6"/>
    <p:sldId xmlns:r="http://schemas.openxmlformats.org/officeDocument/2006/relationships" id="260" r:id="R4d47f3f6689b4311"/>
    <p:sldId xmlns:r="http://schemas.openxmlformats.org/officeDocument/2006/relationships" id="261" r:id="R9950222fb4774762"/>
    <p:sldId xmlns:r="http://schemas.openxmlformats.org/officeDocument/2006/relationships" id="262" r:id="R11e0d4061fc24ac3"/>
    <p:sldId xmlns:r="http://schemas.openxmlformats.org/officeDocument/2006/relationships" id="263" r:id="R2ef4cf2a3fe94bfb"/>
    <p:sldId xmlns:r="http://schemas.openxmlformats.org/officeDocument/2006/relationships" id="264" r:id="R24143e657cf548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0cb5ed24bc44ec" /><Relationship Type="http://schemas.openxmlformats.org/officeDocument/2006/relationships/slideMaster" Target="/ppt/slideMasters/slideMaster1.xml" Id="R01c2a762bf594b0e" /><Relationship Type="http://schemas.openxmlformats.org/officeDocument/2006/relationships/notesMaster" Target="/ppt/notesMasters/notesMaster1.xml" Id="Rcdd803a42cd84619" /><Relationship Type="http://schemas.openxmlformats.org/officeDocument/2006/relationships/presProps" Target="/ppt/presProps.xml" Id="Rbeaa787b19f048ab" /><Relationship Type="http://schemas.openxmlformats.org/officeDocument/2006/relationships/tableStyles" Target="/ppt/tableStyles.xml" Id="R3d043f0eee4841fa" /><Relationship Type="http://schemas.openxmlformats.org/officeDocument/2006/relationships/slide" Target="/ppt/slides/slide1.xml" Id="Reb3425313af1436a" /><Relationship Type="http://schemas.openxmlformats.org/officeDocument/2006/relationships/slide" Target="/ppt/slides/slide2.xml" Id="R52c090a285aa453b" /><Relationship Type="http://schemas.openxmlformats.org/officeDocument/2006/relationships/slide" Target="/ppt/slides/slide3.xml" Id="R1b3b8941fb004449" /><Relationship Type="http://schemas.openxmlformats.org/officeDocument/2006/relationships/slide" Target="/ppt/slides/slide4.xml" Id="Re6b34f479fcf4ab6" /><Relationship Type="http://schemas.openxmlformats.org/officeDocument/2006/relationships/slide" Target="/ppt/slides/slide5.xml" Id="R4d47f3f6689b4311" /><Relationship Type="http://schemas.openxmlformats.org/officeDocument/2006/relationships/slide" Target="/ppt/slides/slide6.xml" Id="R9950222fb4774762" /><Relationship Type="http://schemas.openxmlformats.org/officeDocument/2006/relationships/slide" Target="/ppt/slides/slide7.xml" Id="R11e0d4061fc24ac3" /><Relationship Type="http://schemas.openxmlformats.org/officeDocument/2006/relationships/slide" Target="/ppt/slides/slide8.xml" Id="R2ef4cf2a3fe94bfb" /><Relationship Type="http://schemas.openxmlformats.org/officeDocument/2006/relationships/slide" Target="/ppt/slides/slide9.xml" Id="R24143e657cf548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128d49cd4f47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97cc8490fa4437" /><Relationship Type="http://schemas.openxmlformats.org/officeDocument/2006/relationships/notesMaster" Target="/ppt/notesMasters/notesMaster1.xml" Id="R1b0be3181fd849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07a52958244766" /><Relationship Type="http://schemas.openxmlformats.org/officeDocument/2006/relationships/notesMaster" Target="/ppt/notesMasters/notesMaster1.xml" Id="R8d351d85335a41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de722e689a42e8" /><Relationship Type="http://schemas.openxmlformats.org/officeDocument/2006/relationships/notesMaster" Target="/ppt/notesMasters/notesMaster1.xml" Id="R127cea67d82a46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7c4a7480064bc7" /><Relationship Type="http://schemas.openxmlformats.org/officeDocument/2006/relationships/notesMaster" Target="/ppt/notesMasters/notesMaster1.xml" Id="Rda3674cc08b24f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3fb222b9be499b" /><Relationship Type="http://schemas.openxmlformats.org/officeDocument/2006/relationships/notesMaster" Target="/ppt/notesMasters/notesMaster1.xml" Id="R0f9a46ff37454a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4c975f234a4417" /><Relationship Type="http://schemas.openxmlformats.org/officeDocument/2006/relationships/notesMaster" Target="/ppt/notesMasters/notesMaster1.xml" Id="R57adc92107a24e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a0f9504e484cfc" /><Relationship Type="http://schemas.openxmlformats.org/officeDocument/2006/relationships/notesMaster" Target="/ppt/notesMasters/notesMaster1.xml" Id="R262067b855f342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04ddda89934204" /><Relationship Type="http://schemas.openxmlformats.org/officeDocument/2006/relationships/notesMaster" Target="/ppt/notesMasters/notesMaster1.xml" Id="R03d820cb36d348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89b90f494f41b2" /><Relationship Type="http://schemas.openxmlformats.org/officeDocument/2006/relationships/notesMaster" Target="/ppt/notesMasters/notesMaster1.xml" Id="R97eab0a6a9fe49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Sapa penguji dan kenalkan judul media.</a:t>
            </a:r>
          </a:p>
          <a:p xmlns:a="http://schemas.openxmlformats.org/drawingml/2006/main">
            <a:r>
              <a:t>Sampaikan bahwa media ini lahir dari kebutuhan pembelajaran seni rupa kelas II yang lebih dekat dengan kebiasaan anak bermain dan bereksplorasi warna.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ini sebagai latar belakang pengembangan, bukan sebagai angka hasil penelitian.</a:t>
            </a:r>
          </a:p>
          <a:p xmlns:a="http://schemas.openxmlformats.org/drawingml/2006/main">
            <a:r>
              <a:t>Tekankan bahwa masalahnya berkaitan dengan kesiapan media, ketertarikan anak, dan efisiensi bahan ajar.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Saat menjelaskan, tunjukkan bahwa istilah panas dan dingin dipakai sebagai kesan visual.</a:t>
            </a:r>
          </a:p>
          <a:p xmlns:a="http://schemas.openxmlformats.org/drawingml/2006/main">
            <a:r>
              <a:t>Siswa tidak diarahkan untuk menganggap warna merah selalu berarti benda bersuhu panas.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Sebutkan bahwa setiap menu dapat dipakai bergiliran di layar besar atau oleh anak secara individual jika perangkat tersedia.</a:t>
            </a:r>
          </a:p>
          <a:p xmlns:a="http://schemas.openxmlformats.org/drawingml/2006/main">
            <a:r>
              <a:t>Jangan menjelaskan semua teknis. Beri gambaran bahwa satu aktivitas dapat selesai dalam beberapa menit.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ini menjelaskan praktik pembelajaran, bukan sekadar daftar menu.</a:t>
            </a:r>
          </a:p>
          <a:p xmlns:a="http://schemas.openxmlformats.org/drawingml/2006/main">
            <a:r>
              <a:t>Tekankan peran guru tetap penting untuk memantik alasan di balik pilihan warna anak.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layar media saat menjelaskan slide ini bila memungkinkan.</a:t>
            </a:r>
          </a:p>
          <a:p xmlns:a="http://schemas.openxmlformats.org/drawingml/2006/main">
            <a:r>
              <a:t>Poin inovasinya ada pada ilustrasi yang dibuat untuk kegiatan mewarnai digital, bidang klik yang aman untuk anak, simpan otomatis, undo, dan ekspor 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kata hemat sebagai efisiensi penggunaan bahan, bukan klaim nominal penghematan karena belum ada pengukuran biaya.</a:t>
            </a:r>
          </a:p>
          <a:p xmlns:a="http://schemas.openxmlformats.org/drawingml/2006/main">
            <a:r>
              <a:t>Hubungkan setiap nilai dengan masalah di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bahwa asesmen tidak perlu berupa tes panjang.</a:t>
            </a:r>
          </a:p>
          <a:p xmlns:a="http://schemas.openxmlformats.org/drawingml/2006/main">
            <a:r>
              <a:t>Guru dapat memakai pertanyaan lisan dan hasil karya anak sebagai bukti proses belajar.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kembali ke tujuan awal: anak belajar tentang kesan warna secara aktif, sementara guru memiliki media luring yang dapat digunakan berulang.</a:t>
            </a:r>
          </a:p>
          <a:p xmlns:a="http://schemas.openxmlformats.org/drawingml/2006/main">
            <a:r>
              <a:t>Siapkan demonstrasi singkat jika penguji meminta melihat cara kerja media.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7ed67431c46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3459224ec42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d151ea3424e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603bb58ca45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caf66b27a43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2336113e574d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F3E707-0D27-4FD6-B4D4-E50D01597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C9D389-A9DE-4DF6-B9DB-455FF39D1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17E4A0-3F4E-42E1-A4F6-D483A4CFC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449449-9654-44A8-8E0F-E2601DE4F5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730460-4E58-49DC-AC8C-4F4EA82070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7F4449-59EF-4DEB-AE12-3DC39F669D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0F9FE3-E984-422F-9B81-B1B79B79B9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A75D4A-04F5-4DF7-A55A-1FA562B2D9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310DB8-E03F-4578-8729-745E0AB73B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815C77-AA87-4C07-A3FB-6F8DA61EF4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8fe813751a4ff4" /><Relationship Type="http://schemas.openxmlformats.org/officeDocument/2006/relationships/slideLayout" Target="/ppt/slideLayouts/slideLayout1.xml" Id="Rc4aaba7094754e27" /><Relationship Type="http://schemas.openxmlformats.org/officeDocument/2006/relationships/slideLayout" Target="/ppt/slideLayouts/slideLayout2.xml" Id="Rd4e208c7c4a54ec7" /><Relationship Type="http://schemas.openxmlformats.org/officeDocument/2006/relationships/slideLayout" Target="/ppt/slideLayouts/slideLayout3.xml" Id="Rd3c03aec217c4c82" /><Relationship Type="http://schemas.openxmlformats.org/officeDocument/2006/relationships/slideLayout" Target="/ppt/slideLayouts/slideLayout4.xml" Id="R7a7e08c65b13405f" /><Relationship Type="http://schemas.openxmlformats.org/officeDocument/2006/relationships/slideLayout" Target="/ppt/slideLayouts/slideLayout5.xml" Id="Rcd1596d9fcb346c1" /><Relationship Type="http://schemas.openxmlformats.org/officeDocument/2006/relationships/slideLayout" Target="/ppt/slideLayouts/slideLayout6.xml" Id="Rb5e06ae790c948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aaba7094754e27"/>
    <p:sldLayoutId xmlns:r="http://schemas.openxmlformats.org/officeDocument/2006/relationships" id="2147483650" r:id="Rd4e208c7c4a54ec7"/>
    <p:sldLayoutId xmlns:r="http://schemas.openxmlformats.org/officeDocument/2006/relationships" id="2147483651" r:id="Rd3c03aec217c4c82"/>
    <p:sldLayoutId xmlns:r="http://schemas.openxmlformats.org/officeDocument/2006/relationships" id="2147483652" r:id="R7a7e08c65b13405f"/>
    <p:sldLayoutId xmlns:r="http://schemas.openxmlformats.org/officeDocument/2006/relationships" id="2147483653" r:id="Rcd1596d9fcb346c1"/>
    <p:sldLayoutId xmlns:r="http://schemas.openxmlformats.org/officeDocument/2006/relationships" id="2147483654" r:id="Rb5e06ae790c948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74adcc86748b1" /><Relationship Type="http://schemas.openxmlformats.org/officeDocument/2006/relationships/image" Target="/ppt/media/image.png" Id="Rf2ed31cbe08941ab" /><Relationship Type="http://schemas.openxmlformats.org/officeDocument/2006/relationships/notesSlide" Target="/ppt/notesSlides/notesSlide1.xml" Id="R4617d9a2d70147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0b80d269e4a78" /><Relationship Type="http://schemas.openxmlformats.org/officeDocument/2006/relationships/notesSlide" Target="/ppt/notesSlides/notesSlide2.xml" Id="Re9d4cb91e41c4a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ab14eada24dda" /><Relationship Type="http://schemas.openxmlformats.org/officeDocument/2006/relationships/notesSlide" Target="/ppt/notesSlides/notesSlide3.xml" Id="R117060dd7ae845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6b3ac8ce434668" /><Relationship Type="http://schemas.openxmlformats.org/officeDocument/2006/relationships/notesSlide" Target="/ppt/notesSlides/notesSlide4.xml" Id="Ra46d86c7cc1540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7669db1b3b4573" /><Relationship Type="http://schemas.openxmlformats.org/officeDocument/2006/relationships/notesSlide" Target="/ppt/notesSlides/notesSlide5.xml" Id="Rd14cea78e9a34d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9509e9d0442c6" /><Relationship Type="http://schemas.openxmlformats.org/officeDocument/2006/relationships/image" Target="/ppt/media/image.jpeg" Id="R71b566695726417f" /><Relationship Type="http://schemas.openxmlformats.org/officeDocument/2006/relationships/notesSlide" Target="/ppt/notesSlides/notesSlide6.xml" Id="Raf372d78507d48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13e145f99a4d51" /><Relationship Type="http://schemas.openxmlformats.org/officeDocument/2006/relationships/notesSlide" Target="/ppt/notesSlides/notesSlide7.xml" Id="R633e125b978a4f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28914827c4aab" /><Relationship Type="http://schemas.openxmlformats.org/officeDocument/2006/relationships/notesSlide" Target="/ppt/notesSlides/notesSlide8.xml" Id="Rbf6d187c78514c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f5dc96058e4c78" /><Relationship Type="http://schemas.openxmlformats.org/officeDocument/2006/relationships/notesSlide" Target="/ppt/notesSlides/notesSlide9.xml" Id="R16301ba55ca947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C5C58-B6A4-4776-B9B6-961E71FB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0AC51-FE8D-4719-B77A-E9ECF09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7F2C5-82BC-4BD6-A6AB-517D5F8A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001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5A178-7635-40EC-BE7D-12088CA1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47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4334A"/>
                </a:solidFill>
              </a:defRPr>
            </a:defPPr>
            <a:lvl1pPr>
              <a:defRPr sz="1050" b="1">
                <a:solidFill>
                  <a:srgbClr val="24334A"/>
                </a:solidFill>
              </a:defRPr>
            </a:lvl1pPr>
            <a:lvl2pPr>
              <a:defRPr sz="1050" b="1">
                <a:solidFill>
                  <a:srgbClr val="24334A"/>
                </a:solidFill>
              </a:defRPr>
            </a:lvl2pPr>
            <a:lvl3pPr>
              <a:defRPr sz="1050" b="1">
                <a:solidFill>
                  <a:srgbClr val="24334A"/>
                </a:solidFill>
              </a:defRPr>
            </a:lvl3pPr>
            <a:lvl4pPr>
              <a:defRPr sz="1050" b="1">
                <a:solidFill>
                  <a:srgbClr val="24334A"/>
                </a:solidFill>
              </a:defRPr>
            </a:lvl4pPr>
            <a:lvl5pPr>
              <a:defRPr sz="1050" b="1">
                <a:solidFill>
                  <a:srgbClr val="24334A"/>
                </a:solidFill>
              </a:defRPr>
            </a:lvl5pPr>
            <a:lvl6pPr>
              <a:defRPr sz="1050" b="1">
                <a:solidFill>
                  <a:srgbClr val="24334A"/>
                </a:solidFill>
              </a:defRPr>
            </a:lvl6pPr>
            <a:lvl7pPr>
              <a:defRPr sz="1050" b="1">
                <a:solidFill>
                  <a:srgbClr val="24334A"/>
                </a:solidFill>
              </a:defRPr>
            </a:lvl7pPr>
            <a:lvl8pPr>
              <a:defRPr sz="1050" b="1">
                <a:solidFill>
                  <a:srgbClr val="24334A"/>
                </a:solidFill>
              </a:defRPr>
            </a:lvl8pPr>
            <a:lvl9pPr>
              <a:defRPr sz="10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4334A"/>
                </a:solidFill>
              </a:defRPr>
            </a:pPr>
            <a:r>
              <a:rPr sz="1050" b="1">
                <a:solidFill>
                  <a:srgbClr val="24334A"/>
                </a:solidFill>
              </a:rPr>
              <a:t>PPG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0240B-1D6C-4E2A-847B-5CE1751E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24334A"/>
                </a:solidFill>
              </a:defRPr>
            </a:defPPr>
            <a:lvl1pPr>
              <a:defRPr sz="3900" b="1">
                <a:solidFill>
                  <a:srgbClr val="24334A"/>
                </a:solidFill>
              </a:defRPr>
            </a:lvl1pPr>
            <a:lvl2pPr>
              <a:defRPr sz="3900" b="1">
                <a:solidFill>
                  <a:srgbClr val="24334A"/>
                </a:solidFill>
              </a:defRPr>
            </a:lvl2pPr>
            <a:lvl3pPr>
              <a:defRPr sz="3900" b="1">
                <a:solidFill>
                  <a:srgbClr val="24334A"/>
                </a:solidFill>
              </a:defRPr>
            </a:lvl3pPr>
            <a:lvl4pPr>
              <a:defRPr sz="3900" b="1">
                <a:solidFill>
                  <a:srgbClr val="24334A"/>
                </a:solidFill>
              </a:defRPr>
            </a:lvl4pPr>
            <a:lvl5pPr>
              <a:defRPr sz="3900" b="1">
                <a:solidFill>
                  <a:srgbClr val="24334A"/>
                </a:solidFill>
              </a:defRPr>
            </a:lvl5pPr>
            <a:lvl6pPr>
              <a:defRPr sz="3900" b="1">
                <a:solidFill>
                  <a:srgbClr val="24334A"/>
                </a:solidFill>
              </a:defRPr>
            </a:lvl6pPr>
            <a:lvl7pPr>
              <a:defRPr sz="3900" b="1">
                <a:solidFill>
                  <a:srgbClr val="24334A"/>
                </a:solidFill>
              </a:defRPr>
            </a:lvl7pPr>
            <a:lvl8pPr>
              <a:defRPr sz="3900" b="1">
                <a:solidFill>
                  <a:srgbClr val="24334A"/>
                </a:solidFill>
              </a:defRPr>
            </a:lvl8pPr>
            <a:lvl9pPr>
              <a:defRPr sz="390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4334A"/>
                </a:solidFill>
              </a:defRPr>
            </a:pPr>
            <a:r>
              <a:rPr sz="3900" b="1">
                <a:solidFill>
                  <a:srgbClr val="24334A"/>
                </a:solidFill>
              </a:rPr>
              <a:t>Petualangan Warna</a:t>
            </a:r>
          </a:p>
          <a:p xmlns:a="http://schemas.openxmlformats.org/drawingml/2006/main">
            <a:pPr>
              <a:defRPr sz="3900" b="1">
                <a:solidFill>
                  <a:srgbClr val="24334A"/>
                </a:solidFill>
              </a:defRPr>
            </a:pPr>
            <a:r>
              <a:rPr sz="3900" b="1">
                <a:solidFill>
                  <a:srgbClr val="24334A"/>
                </a:solidFill>
              </a:rPr>
              <a:t>Panas &amp; Dingin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7310A-D4D9-43EF-BA15-18A9D40C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657386"/>
                </a:solidFill>
              </a:defRPr>
            </a:defPPr>
            <a:lvl1pPr>
              <a:defRPr sz="1800" b="0">
                <a:solidFill>
                  <a:srgbClr val="657386"/>
                </a:solidFill>
              </a:defRPr>
            </a:lvl1pPr>
            <a:lvl2pPr>
              <a:defRPr sz="1800" b="0">
                <a:solidFill>
                  <a:srgbClr val="657386"/>
                </a:solidFill>
              </a:defRPr>
            </a:lvl2pPr>
            <a:lvl3pPr>
              <a:defRPr sz="1800" b="0">
                <a:solidFill>
                  <a:srgbClr val="657386"/>
                </a:solidFill>
              </a:defRPr>
            </a:lvl3pPr>
            <a:lvl4pPr>
              <a:defRPr sz="1800" b="0">
                <a:solidFill>
                  <a:srgbClr val="657386"/>
                </a:solidFill>
              </a:defRPr>
            </a:lvl4pPr>
            <a:lvl5pPr>
              <a:defRPr sz="1800" b="0">
                <a:solidFill>
                  <a:srgbClr val="657386"/>
                </a:solidFill>
              </a:defRPr>
            </a:lvl5pPr>
            <a:lvl6pPr>
              <a:defRPr sz="1800" b="0">
                <a:solidFill>
                  <a:srgbClr val="657386"/>
                </a:solidFill>
              </a:defRPr>
            </a:lvl6pPr>
            <a:lvl7pPr>
              <a:defRPr sz="1800" b="0">
                <a:solidFill>
                  <a:srgbClr val="657386"/>
                </a:solidFill>
              </a:defRPr>
            </a:lvl7pPr>
            <a:lvl8pPr>
              <a:defRPr sz="1800" b="0">
                <a:solidFill>
                  <a:srgbClr val="657386"/>
                </a:solidFill>
              </a:defRPr>
            </a:lvl8pPr>
            <a:lvl9pPr>
              <a:defRPr sz="18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386"/>
                </a:solidFill>
              </a:defRPr>
            </a:pPr>
            <a:r>
              <a:rPr sz="1800" b="0">
                <a:solidFill>
                  <a:srgbClr val="657386"/>
                </a:solidFill>
              </a:rPr>
              <a:t>Media pembelajaran interaktif berbasis web</a:t>
            </a:r>
          </a:p>
          <a:p xmlns:a="http://schemas.openxmlformats.org/drawingml/2006/main">
            <a:pPr>
              <a:defRPr sz="1800" b="0">
                <a:solidFill>
                  <a:srgbClr val="657386"/>
                </a:solidFill>
              </a:defRPr>
            </a:pPr>
            <a:r>
              <a:rPr sz="1800" b="0">
                <a:solidFill>
                  <a:srgbClr val="657386"/>
                </a:solidFill>
              </a:rPr>
              <a:t>untuk siswa kelas II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0E069-0057-4012-BC2B-B8A9B66D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7654D9"/>
                </a:solidFill>
              </a:defRPr>
            </a:defPPr>
            <a:lvl1pPr>
              <a:defRPr sz="1275" b="1">
                <a:solidFill>
                  <a:srgbClr val="7654D9"/>
                </a:solidFill>
              </a:defRPr>
            </a:lvl1pPr>
            <a:lvl2pPr>
              <a:defRPr sz="1275" b="1">
                <a:solidFill>
                  <a:srgbClr val="7654D9"/>
                </a:solidFill>
              </a:defRPr>
            </a:lvl2pPr>
            <a:lvl3pPr>
              <a:defRPr sz="1275" b="1">
                <a:solidFill>
                  <a:srgbClr val="7654D9"/>
                </a:solidFill>
              </a:defRPr>
            </a:lvl3pPr>
            <a:lvl4pPr>
              <a:defRPr sz="1275" b="1">
                <a:solidFill>
                  <a:srgbClr val="7654D9"/>
                </a:solidFill>
              </a:defRPr>
            </a:lvl4pPr>
            <a:lvl5pPr>
              <a:defRPr sz="1275" b="1">
                <a:solidFill>
                  <a:srgbClr val="7654D9"/>
                </a:solidFill>
              </a:defRPr>
            </a:lvl5pPr>
            <a:lvl6pPr>
              <a:defRPr sz="1275" b="1">
                <a:solidFill>
                  <a:srgbClr val="7654D9"/>
                </a:solidFill>
              </a:defRPr>
            </a:lvl6pPr>
            <a:lvl7pPr>
              <a:defRPr sz="1275" b="1">
                <a:solidFill>
                  <a:srgbClr val="7654D9"/>
                </a:solidFill>
              </a:defRPr>
            </a:lvl7pPr>
            <a:lvl8pPr>
              <a:defRPr sz="1275" b="1">
                <a:solidFill>
                  <a:srgbClr val="7654D9"/>
                </a:solidFill>
              </a:defRPr>
            </a:lvl8pPr>
            <a:lvl9pPr>
              <a:defRPr sz="1275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654D9"/>
                </a:solidFill>
              </a:defRPr>
            </a:pPr>
            <a:r>
              <a:rPr sz="1275" b="1">
                <a:solidFill>
                  <a:srgbClr val="7654D9"/>
                </a:solidFill>
              </a:rPr>
              <a:t>Karya inovatif calon guru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6FB67-A398-4707-8945-D4DD8ED9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386"/>
                </a:solidFill>
              </a:defRPr>
            </a:defPPr>
            <a:lvl1pPr>
              <a:defRPr sz="1200" b="0">
                <a:solidFill>
                  <a:srgbClr val="657386"/>
                </a:solidFill>
              </a:defRPr>
            </a:lvl1pPr>
            <a:lvl2pPr>
              <a:defRPr sz="1200" b="0">
                <a:solidFill>
                  <a:srgbClr val="657386"/>
                </a:solidFill>
              </a:defRPr>
            </a:lvl2pPr>
            <a:lvl3pPr>
              <a:defRPr sz="1200" b="0">
                <a:solidFill>
                  <a:srgbClr val="657386"/>
                </a:solidFill>
              </a:defRPr>
            </a:lvl3pPr>
            <a:lvl4pPr>
              <a:defRPr sz="1200" b="0">
                <a:solidFill>
                  <a:srgbClr val="657386"/>
                </a:solidFill>
              </a:defRPr>
            </a:lvl4pPr>
            <a:lvl5pPr>
              <a:defRPr sz="1200" b="0">
                <a:solidFill>
                  <a:srgbClr val="657386"/>
                </a:solidFill>
              </a:defRPr>
            </a:lvl5pPr>
            <a:lvl6pPr>
              <a:defRPr sz="1200" b="0">
                <a:solidFill>
                  <a:srgbClr val="657386"/>
                </a:solidFill>
              </a:defRPr>
            </a:lvl6pPr>
            <a:lvl7pPr>
              <a:defRPr sz="1200" b="0">
                <a:solidFill>
                  <a:srgbClr val="657386"/>
                </a:solidFill>
              </a:defRPr>
            </a:lvl7pPr>
            <a:lvl8pPr>
              <a:defRPr sz="1200" b="0">
                <a:solidFill>
                  <a:srgbClr val="657386"/>
                </a:solidFill>
              </a:defRPr>
            </a:lvl8pPr>
            <a:lvl9pPr>
              <a:defRPr sz="12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386"/>
                </a:solidFill>
              </a:defRPr>
            </a:pPr>
            <a:r>
              <a:rPr sz="1200" b="0">
                <a:solidFill>
                  <a:srgbClr val="657386"/>
                </a:solidFill>
              </a:rPr>
              <a:t>Disiapkan untuk presentasi PPG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1115E-55CA-48FE-85C6-FB6DFE4DC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d31cbe08941ab"/>
          <a:srcRect xmlns:a="http://schemas.openxmlformats.org/drawingml/2006/main" l="21254" t="0" r="21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742950"/>
            <a:ext cx="4476750" cy="5191125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CF87F-C4EF-4DC7-8E8B-63DDDFAF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38800"/>
            <a:ext cx="4857750" cy="523875"/>
          </a:xfrm>
          <a:prstGeom xmlns:a="http://schemas.openxmlformats.org/drawingml/2006/main" prst="roundRect">
            <a:avLst>
              <a:gd name="adj" fmla="val 29091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C00A8-8017-4887-BB1C-4B2D1028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77215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4334A"/>
                </a:solidFill>
              </a:defRPr>
            </a:defPPr>
            <a:lvl1pPr>
              <a:defRPr sz="1350" b="1">
                <a:solidFill>
                  <a:srgbClr val="24334A"/>
                </a:solidFill>
              </a:defRPr>
            </a:lvl1pPr>
            <a:lvl2pPr>
              <a:defRPr sz="1350" b="1">
                <a:solidFill>
                  <a:srgbClr val="24334A"/>
                </a:solidFill>
              </a:defRPr>
            </a:lvl2pPr>
            <a:lvl3pPr>
              <a:defRPr sz="1350" b="1">
                <a:solidFill>
                  <a:srgbClr val="24334A"/>
                </a:solidFill>
              </a:defRPr>
            </a:lvl3pPr>
            <a:lvl4pPr>
              <a:defRPr sz="1350" b="1">
                <a:solidFill>
                  <a:srgbClr val="24334A"/>
                </a:solidFill>
              </a:defRPr>
            </a:lvl4pPr>
            <a:lvl5pPr>
              <a:defRPr sz="1350" b="1">
                <a:solidFill>
                  <a:srgbClr val="24334A"/>
                </a:solidFill>
              </a:defRPr>
            </a:lvl5pPr>
            <a:lvl6pPr>
              <a:defRPr sz="1350" b="1">
                <a:solidFill>
                  <a:srgbClr val="24334A"/>
                </a:solidFill>
              </a:defRPr>
            </a:lvl6pPr>
            <a:lvl7pPr>
              <a:defRPr sz="1350" b="1">
                <a:solidFill>
                  <a:srgbClr val="24334A"/>
                </a:solidFill>
              </a:defRPr>
            </a:lvl7pPr>
            <a:lvl8pPr>
              <a:defRPr sz="1350" b="1">
                <a:solidFill>
                  <a:srgbClr val="24334A"/>
                </a:solidFill>
              </a:defRPr>
            </a:lvl8pPr>
            <a:lvl9pPr>
              <a:defRPr sz="13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4334A"/>
                </a:solidFill>
              </a:defRPr>
            </a:pPr>
            <a:r>
              <a:rPr sz="1350" b="1">
                <a:solidFill>
                  <a:srgbClr val="24334A"/>
                </a:solidFill>
              </a:rPr>
              <a:t>Belajar kesan warna melalui bermain dan berkarya</a:t>
            </a:r>
          </a:p>
        </p:txBody>
      </p:sp>
    </p:spTree>
    <p:extLst>
      <p:ext uri="{BB962C8B-B14F-4D97-AF65-F5344CB8AC3E}">
        <p14:creationId xmlns:p14="http://schemas.microsoft.com/office/powerpoint/2010/main" val="1728555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7E6F33-BA9F-48B6-A656-949A0EFD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654D9"/>
                </a:solidFill>
              </a:defRPr>
            </a:defPPr>
            <a:lvl1pPr>
              <a:defRPr sz="1050" b="1">
                <a:solidFill>
                  <a:srgbClr val="7654D9"/>
                </a:solidFill>
              </a:defRPr>
            </a:lvl1pPr>
            <a:lvl2pPr>
              <a:defRPr sz="1050" b="1">
                <a:solidFill>
                  <a:srgbClr val="7654D9"/>
                </a:solidFill>
              </a:defRPr>
            </a:lvl2pPr>
            <a:lvl3pPr>
              <a:defRPr sz="1050" b="1">
                <a:solidFill>
                  <a:srgbClr val="7654D9"/>
                </a:solidFill>
              </a:defRPr>
            </a:lvl3pPr>
            <a:lvl4pPr>
              <a:defRPr sz="1050" b="1">
                <a:solidFill>
                  <a:srgbClr val="7654D9"/>
                </a:solidFill>
              </a:defRPr>
            </a:lvl4pPr>
            <a:lvl5pPr>
              <a:defRPr sz="1050" b="1">
                <a:solidFill>
                  <a:srgbClr val="7654D9"/>
                </a:solidFill>
              </a:defRPr>
            </a:lvl5pPr>
            <a:lvl6pPr>
              <a:defRPr sz="1050" b="1">
                <a:solidFill>
                  <a:srgbClr val="7654D9"/>
                </a:solidFill>
              </a:defRPr>
            </a:lvl6pPr>
            <a:lvl7pPr>
              <a:defRPr sz="1050" b="1">
                <a:solidFill>
                  <a:srgbClr val="7654D9"/>
                </a:solidFill>
              </a:defRPr>
            </a:lvl7pPr>
            <a:lvl8pPr>
              <a:defRPr sz="1050" b="1">
                <a:solidFill>
                  <a:srgbClr val="7654D9"/>
                </a:solidFill>
              </a:defRPr>
            </a:lvl8pPr>
            <a:lvl9pPr>
              <a:defRPr sz="10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654D9"/>
                </a:solidFill>
              </a:defRPr>
            </a:pPr>
            <a:r>
              <a:rPr sz="1050" b="1">
                <a:solidFill>
                  <a:srgbClr val="7654D9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C9AB8-4F63-46F9-9C0B-48EA1910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4334A"/>
                </a:solidFill>
              </a:defRPr>
            </a:defPPr>
            <a:lvl1pPr>
              <a:defRPr sz="2400" b="1">
                <a:solidFill>
                  <a:srgbClr val="24334A"/>
                </a:solidFill>
              </a:defRPr>
            </a:lvl1pPr>
            <a:lvl2pPr>
              <a:defRPr sz="2400" b="1">
                <a:solidFill>
                  <a:srgbClr val="24334A"/>
                </a:solidFill>
              </a:defRPr>
            </a:lvl2pPr>
            <a:lvl3pPr>
              <a:defRPr sz="2400" b="1">
                <a:solidFill>
                  <a:srgbClr val="24334A"/>
                </a:solidFill>
              </a:defRPr>
            </a:lvl3pPr>
            <a:lvl4pPr>
              <a:defRPr sz="2400" b="1">
                <a:solidFill>
                  <a:srgbClr val="24334A"/>
                </a:solidFill>
              </a:defRPr>
            </a:lvl4pPr>
            <a:lvl5pPr>
              <a:defRPr sz="2400" b="1">
                <a:solidFill>
                  <a:srgbClr val="24334A"/>
                </a:solidFill>
              </a:defRPr>
            </a:lvl5pPr>
            <a:lvl6pPr>
              <a:defRPr sz="2400" b="1">
                <a:solidFill>
                  <a:srgbClr val="24334A"/>
                </a:solidFill>
              </a:defRPr>
            </a:lvl6pPr>
            <a:lvl7pPr>
              <a:defRPr sz="2400" b="1">
                <a:solidFill>
                  <a:srgbClr val="24334A"/>
                </a:solidFill>
              </a:defRPr>
            </a:lvl7pPr>
            <a:lvl8pPr>
              <a:defRPr sz="2400" b="1">
                <a:solidFill>
                  <a:srgbClr val="24334A"/>
                </a:solidFill>
              </a:defRPr>
            </a:lvl8pPr>
            <a:lvl9pPr>
              <a:defRPr sz="240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34A"/>
                </a:solidFill>
              </a:defRPr>
            </a:pPr>
            <a:r>
              <a:rPr sz="2400" b="1">
                <a:solidFill>
                  <a:srgbClr val="24334A"/>
                </a:solidFill>
              </a:rPr>
              <a:t>Permasalahan yang Diangkat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F9C5F-2B37-4A67-B11D-1F5238BB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386"/>
                </a:solidFill>
              </a:defRPr>
            </a:defPPr>
            <a:lvl1pPr>
              <a:defRPr sz="1350" b="0">
                <a:solidFill>
                  <a:srgbClr val="657386"/>
                </a:solidFill>
              </a:defRPr>
            </a:lvl1pPr>
            <a:lvl2pPr>
              <a:defRPr sz="1350" b="0">
                <a:solidFill>
                  <a:srgbClr val="657386"/>
                </a:solidFill>
              </a:defRPr>
            </a:lvl2pPr>
            <a:lvl3pPr>
              <a:defRPr sz="1350" b="0">
                <a:solidFill>
                  <a:srgbClr val="657386"/>
                </a:solidFill>
              </a:defRPr>
            </a:lvl3pPr>
            <a:lvl4pPr>
              <a:defRPr sz="1350" b="0">
                <a:solidFill>
                  <a:srgbClr val="657386"/>
                </a:solidFill>
              </a:defRPr>
            </a:lvl4pPr>
            <a:lvl5pPr>
              <a:defRPr sz="1350" b="0">
                <a:solidFill>
                  <a:srgbClr val="657386"/>
                </a:solidFill>
              </a:defRPr>
            </a:lvl5pPr>
            <a:lvl6pPr>
              <a:defRPr sz="1350" b="0">
                <a:solidFill>
                  <a:srgbClr val="657386"/>
                </a:solidFill>
              </a:defRPr>
            </a:lvl6pPr>
            <a:lvl7pPr>
              <a:defRPr sz="1350" b="0">
                <a:solidFill>
                  <a:srgbClr val="657386"/>
                </a:solidFill>
              </a:defRPr>
            </a:lvl7pPr>
            <a:lvl8pPr>
              <a:defRPr sz="1350" b="0">
                <a:solidFill>
                  <a:srgbClr val="657386"/>
                </a:solidFill>
              </a:defRPr>
            </a:lvl8pPr>
            <a:lvl9pPr>
              <a:defRPr sz="135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Kebutuhan pembelajaran warna yang lebih sesuai dengan karakter siswa kelas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8CC15-6814-4694-8E32-78126AB8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147F4-C5B3-4C95-8924-5B614563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5B9A4-88BC-434E-A039-EEB987D8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27366-72A0-4EC7-AC13-0DA024C2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336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4334A"/>
                </a:solidFill>
              </a:defRPr>
            </a:defPPr>
            <a:lvl1pPr>
              <a:defRPr sz="1650" b="1">
                <a:solidFill>
                  <a:srgbClr val="24334A"/>
                </a:solidFill>
              </a:defRPr>
            </a:lvl1pPr>
            <a:lvl2pPr>
              <a:defRPr sz="1650" b="1">
                <a:solidFill>
                  <a:srgbClr val="24334A"/>
                </a:solidFill>
              </a:defRPr>
            </a:lvl2pPr>
            <a:lvl3pPr>
              <a:defRPr sz="1650" b="1">
                <a:solidFill>
                  <a:srgbClr val="24334A"/>
                </a:solidFill>
              </a:defRPr>
            </a:lvl3pPr>
            <a:lvl4pPr>
              <a:defRPr sz="1650" b="1">
                <a:solidFill>
                  <a:srgbClr val="24334A"/>
                </a:solidFill>
              </a:defRPr>
            </a:lvl4pPr>
            <a:lvl5pPr>
              <a:defRPr sz="1650" b="1">
                <a:solidFill>
                  <a:srgbClr val="24334A"/>
                </a:solidFill>
              </a:defRPr>
            </a:lvl5pPr>
            <a:lvl6pPr>
              <a:defRPr sz="1650" b="1">
                <a:solidFill>
                  <a:srgbClr val="24334A"/>
                </a:solidFill>
              </a:defRPr>
            </a:lvl6pPr>
            <a:lvl7pPr>
              <a:defRPr sz="1650" b="1">
                <a:solidFill>
                  <a:srgbClr val="24334A"/>
                </a:solidFill>
              </a:defRPr>
            </a:lvl7pPr>
            <a:lvl8pPr>
              <a:defRPr sz="1650" b="1">
                <a:solidFill>
                  <a:srgbClr val="24334A"/>
                </a:solidFill>
              </a:defRPr>
            </a:lvl8pPr>
            <a:lvl9pPr>
              <a:defRPr sz="16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34A"/>
                </a:solidFill>
              </a:defRPr>
            </a:pPr>
            <a:r>
              <a:rPr sz="1650" b="1">
                <a:solidFill>
                  <a:srgbClr val="24334A"/>
                </a:solidFill>
              </a:rPr>
              <a:t>Pembelajaran masih bergantung pada gambar cetak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0F5B9-CC34-4E1D-B8C6-A844F158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574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57386"/>
                </a:solidFill>
              </a:defRPr>
            </a:defPPr>
            <a:lvl1pPr>
              <a:defRPr sz="1275" b="0">
                <a:solidFill>
                  <a:srgbClr val="657386"/>
                </a:solidFill>
              </a:defRPr>
            </a:lvl1pPr>
            <a:lvl2pPr>
              <a:defRPr sz="1275" b="0">
                <a:solidFill>
                  <a:srgbClr val="657386"/>
                </a:solidFill>
              </a:defRPr>
            </a:lvl2pPr>
            <a:lvl3pPr>
              <a:defRPr sz="1275" b="0">
                <a:solidFill>
                  <a:srgbClr val="657386"/>
                </a:solidFill>
              </a:defRPr>
            </a:lvl3pPr>
            <a:lvl4pPr>
              <a:defRPr sz="1275" b="0">
                <a:solidFill>
                  <a:srgbClr val="657386"/>
                </a:solidFill>
              </a:defRPr>
            </a:lvl4pPr>
            <a:lvl5pPr>
              <a:defRPr sz="1275" b="0">
                <a:solidFill>
                  <a:srgbClr val="657386"/>
                </a:solidFill>
              </a:defRPr>
            </a:lvl5pPr>
            <a:lvl6pPr>
              <a:defRPr sz="1275" b="0">
                <a:solidFill>
                  <a:srgbClr val="657386"/>
                </a:solidFill>
              </a:defRPr>
            </a:lvl6pPr>
            <a:lvl7pPr>
              <a:defRPr sz="1275" b="0">
                <a:solidFill>
                  <a:srgbClr val="657386"/>
                </a:solidFill>
              </a:defRPr>
            </a:lvl7pPr>
            <a:lvl8pPr>
              <a:defRPr sz="1275" b="0">
                <a:solidFill>
                  <a:srgbClr val="657386"/>
                </a:solidFill>
              </a:defRPr>
            </a:lvl8pPr>
            <a:lvl9pPr>
              <a:defRPr sz="1275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386"/>
                </a:solidFill>
              </a:defRPr>
            </a:pPr>
            <a:r>
              <a:rPr sz="1275" b="0">
                <a:solidFill>
                  <a:srgbClr val="657386"/>
                </a:solidFill>
              </a:rPr>
              <a:t>Guru perlu menyiapkan dan menggandakan bahan visual setiap kegiatan.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C7BC6-87C6-4E7B-BF3B-ACEF47FD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C151C-5F62-4C5C-AFBE-87EF9557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23268-A0CC-40D9-8E7E-CBC0FDA3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4334A"/>
                </a:solidFill>
              </a:defRPr>
            </a:defPPr>
            <a:lvl1pPr>
              <a:defRPr sz="1650" b="1">
                <a:solidFill>
                  <a:srgbClr val="24334A"/>
                </a:solidFill>
              </a:defRPr>
            </a:lvl1pPr>
            <a:lvl2pPr>
              <a:defRPr sz="1650" b="1">
                <a:solidFill>
                  <a:srgbClr val="24334A"/>
                </a:solidFill>
              </a:defRPr>
            </a:lvl2pPr>
            <a:lvl3pPr>
              <a:defRPr sz="1650" b="1">
                <a:solidFill>
                  <a:srgbClr val="24334A"/>
                </a:solidFill>
              </a:defRPr>
            </a:lvl3pPr>
            <a:lvl4pPr>
              <a:defRPr sz="1650" b="1">
                <a:solidFill>
                  <a:srgbClr val="24334A"/>
                </a:solidFill>
              </a:defRPr>
            </a:lvl4pPr>
            <a:lvl5pPr>
              <a:defRPr sz="1650" b="1">
                <a:solidFill>
                  <a:srgbClr val="24334A"/>
                </a:solidFill>
              </a:defRPr>
            </a:lvl5pPr>
            <a:lvl6pPr>
              <a:defRPr sz="1650" b="1">
                <a:solidFill>
                  <a:srgbClr val="24334A"/>
                </a:solidFill>
              </a:defRPr>
            </a:lvl6pPr>
            <a:lvl7pPr>
              <a:defRPr sz="1650" b="1">
                <a:solidFill>
                  <a:srgbClr val="24334A"/>
                </a:solidFill>
              </a:defRPr>
            </a:lvl7pPr>
            <a:lvl8pPr>
              <a:defRPr sz="1650" b="1">
                <a:solidFill>
                  <a:srgbClr val="24334A"/>
                </a:solidFill>
              </a:defRPr>
            </a:lvl8pPr>
            <a:lvl9pPr>
              <a:defRPr sz="16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34A"/>
                </a:solidFill>
              </a:defRPr>
            </a:pPr>
            <a:r>
              <a:rPr sz="1650" b="1">
                <a:solidFill>
                  <a:srgbClr val="24334A"/>
                </a:solidFill>
              </a:rPr>
              <a:t>Anak kelas II lebih mudah belajar melalui aktivitas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8A3F6-9995-4F26-AA3C-BC1668BF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386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57386"/>
                </a:solidFill>
              </a:defRPr>
            </a:defPPr>
            <a:lvl1pPr>
              <a:defRPr sz="1275" b="0">
                <a:solidFill>
                  <a:srgbClr val="657386"/>
                </a:solidFill>
              </a:defRPr>
            </a:lvl1pPr>
            <a:lvl2pPr>
              <a:defRPr sz="1275" b="0">
                <a:solidFill>
                  <a:srgbClr val="657386"/>
                </a:solidFill>
              </a:defRPr>
            </a:lvl2pPr>
            <a:lvl3pPr>
              <a:defRPr sz="1275" b="0">
                <a:solidFill>
                  <a:srgbClr val="657386"/>
                </a:solidFill>
              </a:defRPr>
            </a:lvl3pPr>
            <a:lvl4pPr>
              <a:defRPr sz="1275" b="0">
                <a:solidFill>
                  <a:srgbClr val="657386"/>
                </a:solidFill>
              </a:defRPr>
            </a:lvl4pPr>
            <a:lvl5pPr>
              <a:defRPr sz="1275" b="0">
                <a:solidFill>
                  <a:srgbClr val="657386"/>
                </a:solidFill>
              </a:defRPr>
            </a:lvl5pPr>
            <a:lvl6pPr>
              <a:defRPr sz="1275" b="0">
                <a:solidFill>
                  <a:srgbClr val="657386"/>
                </a:solidFill>
              </a:defRPr>
            </a:lvl6pPr>
            <a:lvl7pPr>
              <a:defRPr sz="1275" b="0">
                <a:solidFill>
                  <a:srgbClr val="657386"/>
                </a:solidFill>
              </a:defRPr>
            </a:lvl7pPr>
            <a:lvl8pPr>
              <a:defRPr sz="1275" b="0">
                <a:solidFill>
                  <a:srgbClr val="657386"/>
                </a:solidFill>
              </a:defRPr>
            </a:lvl8pPr>
            <a:lvl9pPr>
              <a:defRPr sz="1275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386"/>
                </a:solidFill>
              </a:defRPr>
            </a:pPr>
            <a:r>
              <a:rPr sz="1275" b="0">
                <a:solidFill>
                  <a:srgbClr val="657386"/>
                </a:solidFill>
              </a:rPr>
              <a:t>Mereka perlu memilih, menyentuh, mencoba, dan melihat hasil dengan cepat.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C9C94-EA9C-49AA-9C17-199156C8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2701A-48A7-47EF-88D5-C22CBED1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90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30D3B-D631-4FC8-B85A-56A73102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336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4334A"/>
                </a:solidFill>
              </a:defRPr>
            </a:defPPr>
            <a:lvl1pPr>
              <a:defRPr sz="1650" b="1">
                <a:solidFill>
                  <a:srgbClr val="24334A"/>
                </a:solidFill>
              </a:defRPr>
            </a:lvl1pPr>
            <a:lvl2pPr>
              <a:defRPr sz="1650" b="1">
                <a:solidFill>
                  <a:srgbClr val="24334A"/>
                </a:solidFill>
              </a:defRPr>
            </a:lvl2pPr>
            <a:lvl3pPr>
              <a:defRPr sz="1650" b="1">
                <a:solidFill>
                  <a:srgbClr val="24334A"/>
                </a:solidFill>
              </a:defRPr>
            </a:lvl3pPr>
            <a:lvl4pPr>
              <a:defRPr sz="1650" b="1">
                <a:solidFill>
                  <a:srgbClr val="24334A"/>
                </a:solidFill>
              </a:defRPr>
            </a:lvl4pPr>
            <a:lvl5pPr>
              <a:defRPr sz="1650" b="1">
                <a:solidFill>
                  <a:srgbClr val="24334A"/>
                </a:solidFill>
              </a:defRPr>
            </a:lvl5pPr>
            <a:lvl6pPr>
              <a:defRPr sz="1650" b="1">
                <a:solidFill>
                  <a:srgbClr val="24334A"/>
                </a:solidFill>
              </a:defRPr>
            </a:lvl6pPr>
            <a:lvl7pPr>
              <a:defRPr sz="1650" b="1">
                <a:solidFill>
                  <a:srgbClr val="24334A"/>
                </a:solidFill>
              </a:defRPr>
            </a:lvl7pPr>
            <a:lvl8pPr>
              <a:defRPr sz="1650" b="1">
                <a:solidFill>
                  <a:srgbClr val="24334A"/>
                </a:solidFill>
              </a:defRPr>
            </a:lvl8pPr>
            <a:lvl9pPr>
              <a:defRPr sz="16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34A"/>
                </a:solidFill>
              </a:defRPr>
            </a:pPr>
            <a:r>
              <a:rPr sz="1650" b="1">
                <a:solidFill>
                  <a:srgbClr val="24334A"/>
                </a:solidFill>
              </a:rPr>
              <a:t>Digitalisasi belum selalu hadir dalam media kelas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462ED-6DEF-4E54-B69B-EBD93E6D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574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57386"/>
                </a:solidFill>
              </a:defRPr>
            </a:defPPr>
            <a:lvl1pPr>
              <a:defRPr sz="1275" b="0">
                <a:solidFill>
                  <a:srgbClr val="657386"/>
                </a:solidFill>
              </a:defRPr>
            </a:lvl1pPr>
            <a:lvl2pPr>
              <a:defRPr sz="1275" b="0">
                <a:solidFill>
                  <a:srgbClr val="657386"/>
                </a:solidFill>
              </a:defRPr>
            </a:lvl2pPr>
            <a:lvl3pPr>
              <a:defRPr sz="1275" b="0">
                <a:solidFill>
                  <a:srgbClr val="657386"/>
                </a:solidFill>
              </a:defRPr>
            </a:lvl3pPr>
            <a:lvl4pPr>
              <a:defRPr sz="1275" b="0">
                <a:solidFill>
                  <a:srgbClr val="657386"/>
                </a:solidFill>
              </a:defRPr>
            </a:lvl4pPr>
            <a:lvl5pPr>
              <a:defRPr sz="1275" b="0">
                <a:solidFill>
                  <a:srgbClr val="657386"/>
                </a:solidFill>
              </a:defRPr>
            </a:lvl5pPr>
            <a:lvl6pPr>
              <a:defRPr sz="1275" b="0">
                <a:solidFill>
                  <a:srgbClr val="657386"/>
                </a:solidFill>
              </a:defRPr>
            </a:lvl6pPr>
            <a:lvl7pPr>
              <a:defRPr sz="1275" b="0">
                <a:solidFill>
                  <a:srgbClr val="657386"/>
                </a:solidFill>
              </a:defRPr>
            </a:lvl7pPr>
            <a:lvl8pPr>
              <a:defRPr sz="1275" b="0">
                <a:solidFill>
                  <a:srgbClr val="657386"/>
                </a:solidFill>
              </a:defRPr>
            </a:lvl8pPr>
            <a:lvl9pPr>
              <a:defRPr sz="1275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386"/>
                </a:solidFill>
              </a:defRPr>
            </a:pPr>
            <a:r>
              <a:rPr sz="1275" b="0">
                <a:solidFill>
                  <a:srgbClr val="657386"/>
                </a:solidFill>
              </a:rPr>
              <a:t>Media perlu mudah dipakai guru tanpa akun dan tanpa kebutuhan internet.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B839C-4F47-4C37-A73F-9258A421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447675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C819E-D970-4FFB-8111-230D760C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24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7654D9"/>
                </a:solidFill>
              </a:defRPr>
            </a:defPPr>
            <a:lvl1pPr>
              <a:defRPr sz="1500" b="1">
                <a:solidFill>
                  <a:srgbClr val="7654D9"/>
                </a:solidFill>
              </a:defRPr>
            </a:lvl1pPr>
            <a:lvl2pPr>
              <a:defRPr sz="1500" b="1">
                <a:solidFill>
                  <a:srgbClr val="7654D9"/>
                </a:solidFill>
              </a:defRPr>
            </a:lvl2pPr>
            <a:lvl3pPr>
              <a:defRPr sz="1500" b="1">
                <a:solidFill>
                  <a:srgbClr val="7654D9"/>
                </a:solidFill>
              </a:defRPr>
            </a:lvl3pPr>
            <a:lvl4pPr>
              <a:defRPr sz="1500" b="1">
                <a:solidFill>
                  <a:srgbClr val="7654D9"/>
                </a:solidFill>
              </a:defRPr>
            </a:lvl4pPr>
            <a:lvl5pPr>
              <a:defRPr sz="1500" b="1">
                <a:solidFill>
                  <a:srgbClr val="7654D9"/>
                </a:solidFill>
              </a:defRPr>
            </a:lvl5pPr>
            <a:lvl6pPr>
              <a:defRPr sz="1500" b="1">
                <a:solidFill>
                  <a:srgbClr val="7654D9"/>
                </a:solidFill>
              </a:defRPr>
            </a:lvl6pPr>
            <a:lvl7pPr>
              <a:defRPr sz="1500" b="1">
                <a:solidFill>
                  <a:srgbClr val="7654D9"/>
                </a:solidFill>
              </a:defRPr>
            </a:lvl7pPr>
            <a:lvl8pPr>
              <a:defRPr sz="1500" b="1">
                <a:solidFill>
                  <a:srgbClr val="7654D9"/>
                </a:solidFill>
              </a:defRPr>
            </a:lvl8pPr>
            <a:lvl9pPr>
              <a:defRPr sz="150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654D9"/>
                </a:solidFill>
              </a:defRPr>
            </a:pPr>
            <a:r>
              <a:rPr sz="1500" b="1">
                <a:solidFill>
                  <a:srgbClr val="7654D9"/>
                </a:solidFill>
              </a:rPr>
              <a:t>Fokus karya inovatif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7052E-DD7B-4A6F-914F-F520884D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862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24334A"/>
                </a:solidFill>
              </a:defRPr>
            </a:defPPr>
            <a:lvl1pPr>
              <a:defRPr sz="1350" b="0">
                <a:solidFill>
                  <a:srgbClr val="24334A"/>
                </a:solidFill>
              </a:defRPr>
            </a:lvl1pPr>
            <a:lvl2pPr>
              <a:defRPr sz="1350" b="0">
                <a:solidFill>
                  <a:srgbClr val="24334A"/>
                </a:solidFill>
              </a:defRPr>
            </a:lvl2pPr>
            <a:lvl3pPr>
              <a:defRPr sz="1350" b="0">
                <a:solidFill>
                  <a:srgbClr val="24334A"/>
                </a:solidFill>
              </a:defRPr>
            </a:lvl3pPr>
            <a:lvl4pPr>
              <a:defRPr sz="1350" b="0">
                <a:solidFill>
                  <a:srgbClr val="24334A"/>
                </a:solidFill>
              </a:defRPr>
            </a:lvl4pPr>
            <a:lvl5pPr>
              <a:defRPr sz="1350" b="0">
                <a:solidFill>
                  <a:srgbClr val="24334A"/>
                </a:solidFill>
              </a:defRPr>
            </a:lvl5pPr>
            <a:lvl6pPr>
              <a:defRPr sz="1350" b="0">
                <a:solidFill>
                  <a:srgbClr val="24334A"/>
                </a:solidFill>
              </a:defRPr>
            </a:lvl6pPr>
            <a:lvl7pPr>
              <a:defRPr sz="1350" b="0">
                <a:solidFill>
                  <a:srgbClr val="24334A"/>
                </a:solidFill>
              </a:defRPr>
            </a:lvl7pPr>
            <a:lvl8pPr>
              <a:defRPr sz="1350" b="0">
                <a:solidFill>
                  <a:srgbClr val="24334A"/>
                </a:solidFill>
              </a:defRPr>
            </a:lvl8pPr>
            <a:lvl9pPr>
              <a:defRPr sz="1350" b="0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4334A"/>
                </a:solidFill>
              </a:defRPr>
            </a:pPr>
            <a:r>
              <a:rPr sz="1350" b="0">
                <a:solidFill>
                  <a:srgbClr val="24334A"/>
                </a:solidFill>
              </a:rPr>
              <a:t>Membuat pengalaman pengenalan warna lebih aktif sekaligus mengurangi kebutuhan mencetak gambar berulang.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E5840-BEEA-4F7E-AC05-2C0F461E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57386"/>
                </a:solidFill>
              </a:defRPr>
            </a:defPPr>
            <a:lvl1pPr>
              <a:defRPr sz="900" b="0">
                <a:solidFill>
                  <a:srgbClr val="657386"/>
                </a:solidFill>
              </a:defRPr>
            </a:lvl1pPr>
            <a:lvl2pPr>
              <a:defRPr sz="900" b="0">
                <a:solidFill>
                  <a:srgbClr val="657386"/>
                </a:solidFill>
              </a:defRPr>
            </a:lvl2pPr>
            <a:lvl3pPr>
              <a:defRPr sz="900" b="0">
                <a:solidFill>
                  <a:srgbClr val="657386"/>
                </a:solidFill>
              </a:defRPr>
            </a:lvl3pPr>
            <a:lvl4pPr>
              <a:defRPr sz="900" b="0">
                <a:solidFill>
                  <a:srgbClr val="657386"/>
                </a:solidFill>
              </a:defRPr>
            </a:lvl4pPr>
            <a:lvl5pPr>
              <a:defRPr sz="900" b="0">
                <a:solidFill>
                  <a:srgbClr val="657386"/>
                </a:solidFill>
              </a:defRPr>
            </a:lvl5pPr>
            <a:lvl6pPr>
              <a:defRPr sz="900" b="0">
                <a:solidFill>
                  <a:srgbClr val="657386"/>
                </a:solidFill>
              </a:defRPr>
            </a:lvl6pPr>
            <a:lvl7pPr>
              <a:defRPr sz="900" b="0">
                <a:solidFill>
                  <a:srgbClr val="657386"/>
                </a:solidFill>
              </a:defRPr>
            </a:lvl7pPr>
            <a:lvl8pPr>
              <a:defRPr sz="900" b="0">
                <a:solidFill>
                  <a:srgbClr val="657386"/>
                </a:solidFill>
              </a:defRPr>
            </a:lvl8pPr>
            <a:lvl9pPr>
              <a:defRPr sz="9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Karya Inovatif PPG Calon Guru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52FFF-B656-4F0B-B0ED-C4405439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484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57386"/>
                </a:solidFill>
              </a:defRPr>
            </a:defPPr>
            <a:lvl1pPr>
              <a:defRPr sz="900" b="1">
                <a:solidFill>
                  <a:srgbClr val="657386"/>
                </a:solidFill>
              </a:defRPr>
            </a:lvl1pPr>
            <a:lvl2pPr>
              <a:defRPr sz="900" b="1">
                <a:solidFill>
                  <a:srgbClr val="657386"/>
                </a:solidFill>
              </a:defRPr>
            </a:lvl2pPr>
            <a:lvl3pPr>
              <a:defRPr sz="900" b="1">
                <a:solidFill>
                  <a:srgbClr val="657386"/>
                </a:solidFill>
              </a:defRPr>
            </a:lvl3pPr>
            <a:lvl4pPr>
              <a:defRPr sz="900" b="1">
                <a:solidFill>
                  <a:srgbClr val="657386"/>
                </a:solidFill>
              </a:defRPr>
            </a:lvl4pPr>
            <a:lvl5pPr>
              <a:defRPr sz="900" b="1">
                <a:solidFill>
                  <a:srgbClr val="657386"/>
                </a:solidFill>
              </a:defRPr>
            </a:lvl5pPr>
            <a:lvl6pPr>
              <a:defRPr sz="900" b="1">
                <a:solidFill>
                  <a:srgbClr val="657386"/>
                </a:solidFill>
              </a:defRPr>
            </a:lvl6pPr>
            <a:lvl7pPr>
              <a:defRPr sz="900" b="1">
                <a:solidFill>
                  <a:srgbClr val="657386"/>
                </a:solidFill>
              </a:defRPr>
            </a:lvl7pPr>
            <a:lvl8pPr>
              <a:defRPr sz="900" b="1">
                <a:solidFill>
                  <a:srgbClr val="657386"/>
                </a:solidFill>
              </a:defRPr>
            </a:lvl8pPr>
            <a:lvl9pPr>
              <a:defRPr sz="900" b="1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57386"/>
                </a:solidFill>
              </a:defRPr>
            </a:pPr>
            <a:r>
              <a:rPr sz="900" b="1">
                <a:solidFill>
                  <a:srgbClr val="65738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6015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DB398-D095-400A-85F1-50A49C1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654D9"/>
                </a:solidFill>
              </a:defRPr>
            </a:defPPr>
            <a:lvl1pPr>
              <a:defRPr sz="1050" b="1">
                <a:solidFill>
                  <a:srgbClr val="7654D9"/>
                </a:solidFill>
              </a:defRPr>
            </a:lvl1pPr>
            <a:lvl2pPr>
              <a:defRPr sz="1050" b="1">
                <a:solidFill>
                  <a:srgbClr val="7654D9"/>
                </a:solidFill>
              </a:defRPr>
            </a:lvl2pPr>
            <a:lvl3pPr>
              <a:defRPr sz="1050" b="1">
                <a:solidFill>
                  <a:srgbClr val="7654D9"/>
                </a:solidFill>
              </a:defRPr>
            </a:lvl3pPr>
            <a:lvl4pPr>
              <a:defRPr sz="1050" b="1">
                <a:solidFill>
                  <a:srgbClr val="7654D9"/>
                </a:solidFill>
              </a:defRPr>
            </a:lvl4pPr>
            <a:lvl5pPr>
              <a:defRPr sz="1050" b="1">
                <a:solidFill>
                  <a:srgbClr val="7654D9"/>
                </a:solidFill>
              </a:defRPr>
            </a:lvl5pPr>
            <a:lvl6pPr>
              <a:defRPr sz="1050" b="1">
                <a:solidFill>
                  <a:srgbClr val="7654D9"/>
                </a:solidFill>
              </a:defRPr>
            </a:lvl6pPr>
            <a:lvl7pPr>
              <a:defRPr sz="1050" b="1">
                <a:solidFill>
                  <a:srgbClr val="7654D9"/>
                </a:solidFill>
              </a:defRPr>
            </a:lvl7pPr>
            <a:lvl8pPr>
              <a:defRPr sz="1050" b="1">
                <a:solidFill>
                  <a:srgbClr val="7654D9"/>
                </a:solidFill>
              </a:defRPr>
            </a:lvl8pPr>
            <a:lvl9pPr>
              <a:defRPr sz="10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654D9"/>
                </a:solidFill>
              </a:defRPr>
            </a:pPr>
            <a:r>
              <a:rPr sz="1050" b="1">
                <a:solidFill>
                  <a:srgbClr val="7654D9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7C64A-0E8E-4FB3-9EEB-EBCA7C0A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4334A"/>
                </a:solidFill>
              </a:defRPr>
            </a:defPPr>
            <a:lvl1pPr>
              <a:defRPr sz="2400" b="1">
                <a:solidFill>
                  <a:srgbClr val="24334A"/>
                </a:solidFill>
              </a:defRPr>
            </a:lvl1pPr>
            <a:lvl2pPr>
              <a:defRPr sz="2400" b="1">
                <a:solidFill>
                  <a:srgbClr val="24334A"/>
                </a:solidFill>
              </a:defRPr>
            </a:lvl2pPr>
            <a:lvl3pPr>
              <a:defRPr sz="2400" b="1">
                <a:solidFill>
                  <a:srgbClr val="24334A"/>
                </a:solidFill>
              </a:defRPr>
            </a:lvl3pPr>
            <a:lvl4pPr>
              <a:defRPr sz="2400" b="1">
                <a:solidFill>
                  <a:srgbClr val="24334A"/>
                </a:solidFill>
              </a:defRPr>
            </a:lvl4pPr>
            <a:lvl5pPr>
              <a:defRPr sz="2400" b="1">
                <a:solidFill>
                  <a:srgbClr val="24334A"/>
                </a:solidFill>
              </a:defRPr>
            </a:lvl5pPr>
            <a:lvl6pPr>
              <a:defRPr sz="2400" b="1">
                <a:solidFill>
                  <a:srgbClr val="24334A"/>
                </a:solidFill>
              </a:defRPr>
            </a:lvl6pPr>
            <a:lvl7pPr>
              <a:defRPr sz="2400" b="1">
                <a:solidFill>
                  <a:srgbClr val="24334A"/>
                </a:solidFill>
              </a:defRPr>
            </a:lvl7pPr>
            <a:lvl8pPr>
              <a:defRPr sz="2400" b="1">
                <a:solidFill>
                  <a:srgbClr val="24334A"/>
                </a:solidFill>
              </a:defRPr>
            </a:lvl8pPr>
            <a:lvl9pPr>
              <a:defRPr sz="240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34A"/>
                </a:solidFill>
              </a:defRPr>
            </a:pPr>
            <a:r>
              <a:rPr sz="2400" b="1">
                <a:solidFill>
                  <a:srgbClr val="24334A"/>
                </a:solidFill>
              </a:rPr>
              <a:t>Tujuan Pengembangan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5AB48-4ACB-49EE-8371-BE1915D7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386"/>
                </a:solidFill>
              </a:defRPr>
            </a:defPPr>
            <a:lvl1pPr>
              <a:defRPr sz="1350" b="0">
                <a:solidFill>
                  <a:srgbClr val="657386"/>
                </a:solidFill>
              </a:defRPr>
            </a:lvl1pPr>
            <a:lvl2pPr>
              <a:defRPr sz="1350" b="0">
                <a:solidFill>
                  <a:srgbClr val="657386"/>
                </a:solidFill>
              </a:defRPr>
            </a:lvl2pPr>
            <a:lvl3pPr>
              <a:defRPr sz="1350" b="0">
                <a:solidFill>
                  <a:srgbClr val="657386"/>
                </a:solidFill>
              </a:defRPr>
            </a:lvl3pPr>
            <a:lvl4pPr>
              <a:defRPr sz="1350" b="0">
                <a:solidFill>
                  <a:srgbClr val="657386"/>
                </a:solidFill>
              </a:defRPr>
            </a:lvl4pPr>
            <a:lvl5pPr>
              <a:defRPr sz="1350" b="0">
                <a:solidFill>
                  <a:srgbClr val="657386"/>
                </a:solidFill>
              </a:defRPr>
            </a:lvl5pPr>
            <a:lvl6pPr>
              <a:defRPr sz="1350" b="0">
                <a:solidFill>
                  <a:srgbClr val="657386"/>
                </a:solidFill>
              </a:defRPr>
            </a:lvl6pPr>
            <a:lvl7pPr>
              <a:defRPr sz="1350" b="0">
                <a:solidFill>
                  <a:srgbClr val="657386"/>
                </a:solidFill>
              </a:defRPr>
            </a:lvl7pPr>
            <a:lvl8pPr>
              <a:defRPr sz="1350" b="0">
                <a:solidFill>
                  <a:srgbClr val="657386"/>
                </a:solidFill>
              </a:defRPr>
            </a:lvl8pPr>
            <a:lvl9pPr>
              <a:defRPr sz="135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Media mengajak anak mengenal kesan hangat dan sejuk melalui interaksi langsung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2045F-D80C-45D1-B496-BB476879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37CB0-A386-4FB7-B119-2494C7B0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619375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71DD6-F30D-447B-B750-A29FB4A4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7175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FF8A3D"/>
                </a:solidFill>
              </a:defRPr>
            </a:defPPr>
            <a:lvl1pPr>
              <a:defRPr sz="3900" b="1">
                <a:solidFill>
                  <a:srgbClr val="FF8A3D"/>
                </a:solidFill>
              </a:defRPr>
            </a:lvl1pPr>
            <a:lvl2pPr>
              <a:defRPr sz="3900" b="1">
                <a:solidFill>
                  <a:srgbClr val="FF8A3D"/>
                </a:solidFill>
              </a:defRPr>
            </a:lvl2pPr>
            <a:lvl3pPr>
              <a:defRPr sz="3900" b="1">
                <a:solidFill>
                  <a:srgbClr val="FF8A3D"/>
                </a:solidFill>
              </a:defRPr>
            </a:lvl3pPr>
            <a:lvl4pPr>
              <a:defRPr sz="3900" b="1">
                <a:solidFill>
                  <a:srgbClr val="FF8A3D"/>
                </a:solidFill>
              </a:defRPr>
            </a:lvl4pPr>
            <a:lvl5pPr>
              <a:defRPr sz="3900" b="1">
                <a:solidFill>
                  <a:srgbClr val="FF8A3D"/>
                </a:solidFill>
              </a:defRPr>
            </a:lvl5pPr>
            <a:lvl6pPr>
              <a:defRPr sz="3900" b="1">
                <a:solidFill>
                  <a:srgbClr val="FF8A3D"/>
                </a:solidFill>
              </a:defRPr>
            </a:lvl6pPr>
            <a:lvl7pPr>
              <a:defRPr sz="3900" b="1">
                <a:solidFill>
                  <a:srgbClr val="FF8A3D"/>
                </a:solidFill>
              </a:defRPr>
            </a:lvl7pPr>
            <a:lvl8pPr>
              <a:defRPr sz="3900" b="1">
                <a:solidFill>
                  <a:srgbClr val="FF8A3D"/>
                </a:solidFill>
              </a:defRPr>
            </a:lvl8pPr>
            <a:lvl9pPr>
              <a:defRPr sz="3900" b="1">
                <a:solidFill>
                  <a:srgbClr val="FF8A3D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8A3D"/>
                </a:solidFill>
              </a:defRPr>
            </a:pPr>
            <a:r>
              <a:rPr sz="3900" b="1">
                <a:solidFill>
                  <a:srgbClr val="FF8A3D"/>
                </a:solidFill>
              </a:rPr>
              <a:t>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5087E-CC74-4F00-A474-7C0BF495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4334A"/>
                </a:solidFill>
              </a:defRPr>
            </a:defPPr>
            <a:lvl1pPr>
              <a:defRPr sz="1875" b="1">
                <a:solidFill>
                  <a:srgbClr val="24334A"/>
                </a:solidFill>
              </a:defRPr>
            </a:lvl1pPr>
            <a:lvl2pPr>
              <a:defRPr sz="1875" b="1">
                <a:solidFill>
                  <a:srgbClr val="24334A"/>
                </a:solidFill>
              </a:defRPr>
            </a:lvl2pPr>
            <a:lvl3pPr>
              <a:defRPr sz="1875" b="1">
                <a:solidFill>
                  <a:srgbClr val="24334A"/>
                </a:solidFill>
              </a:defRPr>
            </a:lvl3pPr>
            <a:lvl4pPr>
              <a:defRPr sz="1875" b="1">
                <a:solidFill>
                  <a:srgbClr val="24334A"/>
                </a:solidFill>
              </a:defRPr>
            </a:lvl4pPr>
            <a:lvl5pPr>
              <a:defRPr sz="1875" b="1">
                <a:solidFill>
                  <a:srgbClr val="24334A"/>
                </a:solidFill>
              </a:defRPr>
            </a:lvl5pPr>
            <a:lvl6pPr>
              <a:defRPr sz="1875" b="1">
                <a:solidFill>
                  <a:srgbClr val="24334A"/>
                </a:solidFill>
              </a:defRPr>
            </a:lvl6pPr>
            <a:lvl7pPr>
              <a:defRPr sz="1875" b="1">
                <a:solidFill>
                  <a:srgbClr val="24334A"/>
                </a:solidFill>
              </a:defRPr>
            </a:lvl7pPr>
            <a:lvl8pPr>
              <a:defRPr sz="1875" b="1">
                <a:solidFill>
                  <a:srgbClr val="24334A"/>
                </a:solidFill>
              </a:defRPr>
            </a:lvl8pPr>
            <a:lvl9pPr>
              <a:defRPr sz="187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34A"/>
                </a:solidFill>
              </a:defRPr>
            </a:pPr>
            <a:r>
              <a:rPr sz="1875" b="1">
                <a:solidFill>
                  <a:srgbClr val="24334A"/>
                </a:solidFill>
              </a:rPr>
              <a:t>Kesan hangat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0E0FA-E859-4AE5-B53D-213F7DD8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386"/>
                </a:solidFill>
              </a:defRPr>
            </a:defPPr>
            <a:lvl1pPr>
              <a:defRPr sz="1350" b="0">
                <a:solidFill>
                  <a:srgbClr val="657386"/>
                </a:solidFill>
              </a:defRPr>
            </a:lvl1pPr>
            <a:lvl2pPr>
              <a:defRPr sz="1350" b="0">
                <a:solidFill>
                  <a:srgbClr val="657386"/>
                </a:solidFill>
              </a:defRPr>
            </a:lvl2pPr>
            <a:lvl3pPr>
              <a:defRPr sz="1350" b="0">
                <a:solidFill>
                  <a:srgbClr val="657386"/>
                </a:solidFill>
              </a:defRPr>
            </a:lvl3pPr>
            <a:lvl4pPr>
              <a:defRPr sz="1350" b="0">
                <a:solidFill>
                  <a:srgbClr val="657386"/>
                </a:solidFill>
              </a:defRPr>
            </a:lvl4pPr>
            <a:lvl5pPr>
              <a:defRPr sz="1350" b="0">
                <a:solidFill>
                  <a:srgbClr val="657386"/>
                </a:solidFill>
              </a:defRPr>
            </a:lvl5pPr>
            <a:lvl6pPr>
              <a:defRPr sz="1350" b="0">
                <a:solidFill>
                  <a:srgbClr val="657386"/>
                </a:solidFill>
              </a:defRPr>
            </a:lvl6pPr>
            <a:lvl7pPr>
              <a:defRPr sz="1350" b="0">
                <a:solidFill>
                  <a:srgbClr val="657386"/>
                </a:solidFill>
              </a:defRPr>
            </a:lvl7pPr>
            <a:lvl8pPr>
              <a:defRPr sz="1350" b="0">
                <a:solidFill>
                  <a:srgbClr val="657386"/>
                </a:solidFill>
              </a:defRPr>
            </a:lvl8pPr>
            <a:lvl9pPr>
              <a:defRPr sz="135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Merah, jingga, kuning</a:t>
            </a:r>
          </a:p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cerah dan bersemangat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B2D44-7C00-4D50-87AF-F640A1ED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343150"/>
            <a:ext cx="2619375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1A298-CFBE-4F02-8B99-8AA0C2E8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57175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55A9E8"/>
                </a:solidFill>
              </a:defRPr>
            </a:defPPr>
            <a:lvl1pPr>
              <a:defRPr sz="3900" b="1">
                <a:solidFill>
                  <a:srgbClr val="55A9E8"/>
                </a:solidFill>
              </a:defRPr>
            </a:lvl1pPr>
            <a:lvl2pPr>
              <a:defRPr sz="3900" b="1">
                <a:solidFill>
                  <a:srgbClr val="55A9E8"/>
                </a:solidFill>
              </a:defRPr>
            </a:lvl2pPr>
            <a:lvl3pPr>
              <a:defRPr sz="3900" b="1">
                <a:solidFill>
                  <a:srgbClr val="55A9E8"/>
                </a:solidFill>
              </a:defRPr>
            </a:lvl3pPr>
            <a:lvl4pPr>
              <a:defRPr sz="3900" b="1">
                <a:solidFill>
                  <a:srgbClr val="55A9E8"/>
                </a:solidFill>
              </a:defRPr>
            </a:lvl4pPr>
            <a:lvl5pPr>
              <a:defRPr sz="3900" b="1">
                <a:solidFill>
                  <a:srgbClr val="55A9E8"/>
                </a:solidFill>
              </a:defRPr>
            </a:lvl5pPr>
            <a:lvl6pPr>
              <a:defRPr sz="3900" b="1">
                <a:solidFill>
                  <a:srgbClr val="55A9E8"/>
                </a:solidFill>
              </a:defRPr>
            </a:lvl6pPr>
            <a:lvl7pPr>
              <a:defRPr sz="3900" b="1">
                <a:solidFill>
                  <a:srgbClr val="55A9E8"/>
                </a:solidFill>
              </a:defRPr>
            </a:lvl7pPr>
            <a:lvl8pPr>
              <a:defRPr sz="3900" b="1">
                <a:solidFill>
                  <a:srgbClr val="55A9E8"/>
                </a:solidFill>
              </a:defRPr>
            </a:lvl8pPr>
            <a:lvl9pPr>
              <a:defRPr sz="3900" b="1">
                <a:solidFill>
                  <a:srgbClr val="55A9E8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55A9E8"/>
                </a:solidFill>
              </a:defRPr>
            </a:pPr>
            <a:r>
              <a:rPr sz="3900" b="1">
                <a:solidFill>
                  <a:srgbClr val="55A9E8"/>
                </a:solidFill>
              </a:rPr>
              <a:t>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76E0F-A0C4-4282-9C6C-4EC6FEFE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956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4334A"/>
                </a:solidFill>
              </a:defRPr>
            </a:defPPr>
            <a:lvl1pPr>
              <a:defRPr sz="1875" b="1">
                <a:solidFill>
                  <a:srgbClr val="24334A"/>
                </a:solidFill>
              </a:defRPr>
            </a:lvl1pPr>
            <a:lvl2pPr>
              <a:defRPr sz="1875" b="1">
                <a:solidFill>
                  <a:srgbClr val="24334A"/>
                </a:solidFill>
              </a:defRPr>
            </a:lvl2pPr>
            <a:lvl3pPr>
              <a:defRPr sz="1875" b="1">
                <a:solidFill>
                  <a:srgbClr val="24334A"/>
                </a:solidFill>
              </a:defRPr>
            </a:lvl3pPr>
            <a:lvl4pPr>
              <a:defRPr sz="1875" b="1">
                <a:solidFill>
                  <a:srgbClr val="24334A"/>
                </a:solidFill>
              </a:defRPr>
            </a:lvl4pPr>
            <a:lvl5pPr>
              <a:defRPr sz="1875" b="1">
                <a:solidFill>
                  <a:srgbClr val="24334A"/>
                </a:solidFill>
              </a:defRPr>
            </a:lvl5pPr>
            <a:lvl6pPr>
              <a:defRPr sz="1875" b="1">
                <a:solidFill>
                  <a:srgbClr val="24334A"/>
                </a:solidFill>
              </a:defRPr>
            </a:lvl6pPr>
            <a:lvl7pPr>
              <a:defRPr sz="1875" b="1">
                <a:solidFill>
                  <a:srgbClr val="24334A"/>
                </a:solidFill>
              </a:defRPr>
            </a:lvl7pPr>
            <a:lvl8pPr>
              <a:defRPr sz="1875" b="1">
                <a:solidFill>
                  <a:srgbClr val="24334A"/>
                </a:solidFill>
              </a:defRPr>
            </a:lvl8pPr>
            <a:lvl9pPr>
              <a:defRPr sz="187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34A"/>
                </a:solidFill>
              </a:defRPr>
            </a:pPr>
            <a:r>
              <a:rPr sz="1875" b="1">
                <a:solidFill>
                  <a:srgbClr val="24334A"/>
                </a:solidFill>
              </a:rPr>
              <a:t>Kesan sejuk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28E220-825A-489E-8560-A8D93B2E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7338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386"/>
                </a:solidFill>
              </a:defRPr>
            </a:defPPr>
            <a:lvl1pPr>
              <a:defRPr sz="1350" b="0">
                <a:solidFill>
                  <a:srgbClr val="657386"/>
                </a:solidFill>
              </a:defRPr>
            </a:lvl1pPr>
            <a:lvl2pPr>
              <a:defRPr sz="1350" b="0">
                <a:solidFill>
                  <a:srgbClr val="657386"/>
                </a:solidFill>
              </a:defRPr>
            </a:lvl2pPr>
            <a:lvl3pPr>
              <a:defRPr sz="1350" b="0">
                <a:solidFill>
                  <a:srgbClr val="657386"/>
                </a:solidFill>
              </a:defRPr>
            </a:lvl3pPr>
            <a:lvl4pPr>
              <a:defRPr sz="1350" b="0">
                <a:solidFill>
                  <a:srgbClr val="657386"/>
                </a:solidFill>
              </a:defRPr>
            </a:lvl4pPr>
            <a:lvl5pPr>
              <a:defRPr sz="1350" b="0">
                <a:solidFill>
                  <a:srgbClr val="657386"/>
                </a:solidFill>
              </a:defRPr>
            </a:lvl5pPr>
            <a:lvl6pPr>
              <a:defRPr sz="1350" b="0">
                <a:solidFill>
                  <a:srgbClr val="657386"/>
                </a:solidFill>
              </a:defRPr>
            </a:lvl6pPr>
            <a:lvl7pPr>
              <a:defRPr sz="1350" b="0">
                <a:solidFill>
                  <a:srgbClr val="657386"/>
                </a:solidFill>
              </a:defRPr>
            </a:lvl7pPr>
            <a:lvl8pPr>
              <a:defRPr sz="1350" b="0">
                <a:solidFill>
                  <a:srgbClr val="657386"/>
                </a:solidFill>
              </a:defRPr>
            </a:lvl8pPr>
            <a:lvl9pPr>
              <a:defRPr sz="135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Biru, hijau, ungu</a:t>
            </a:r>
          </a:p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lembut dan tenang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90C26-286C-4B97-AB80-79E57F72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43150"/>
            <a:ext cx="2619375" cy="249555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F4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0779F-F811-4166-8FFC-6371DD32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66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7654D9"/>
                </a:solidFill>
              </a:defRPr>
            </a:defPPr>
            <a:lvl1pPr>
              <a:defRPr sz="3900" b="1">
                <a:solidFill>
                  <a:srgbClr val="7654D9"/>
                </a:solidFill>
              </a:defRPr>
            </a:lvl1pPr>
            <a:lvl2pPr>
              <a:defRPr sz="3900" b="1">
                <a:solidFill>
                  <a:srgbClr val="7654D9"/>
                </a:solidFill>
              </a:defRPr>
            </a:lvl2pPr>
            <a:lvl3pPr>
              <a:defRPr sz="3900" b="1">
                <a:solidFill>
                  <a:srgbClr val="7654D9"/>
                </a:solidFill>
              </a:defRPr>
            </a:lvl3pPr>
            <a:lvl4pPr>
              <a:defRPr sz="3900" b="1">
                <a:solidFill>
                  <a:srgbClr val="7654D9"/>
                </a:solidFill>
              </a:defRPr>
            </a:lvl4pPr>
            <a:lvl5pPr>
              <a:defRPr sz="3900" b="1">
                <a:solidFill>
                  <a:srgbClr val="7654D9"/>
                </a:solidFill>
              </a:defRPr>
            </a:lvl5pPr>
            <a:lvl6pPr>
              <a:defRPr sz="3900" b="1">
                <a:solidFill>
                  <a:srgbClr val="7654D9"/>
                </a:solidFill>
              </a:defRPr>
            </a:lvl6pPr>
            <a:lvl7pPr>
              <a:defRPr sz="3900" b="1">
                <a:solidFill>
                  <a:srgbClr val="7654D9"/>
                </a:solidFill>
              </a:defRPr>
            </a:lvl7pPr>
            <a:lvl8pPr>
              <a:defRPr sz="3900" b="1">
                <a:solidFill>
                  <a:srgbClr val="7654D9"/>
                </a:solidFill>
              </a:defRPr>
            </a:lvl8pPr>
            <a:lvl9pPr>
              <a:defRPr sz="390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7654D9"/>
                </a:solidFill>
              </a:defRPr>
            </a:pPr>
            <a:r>
              <a:rPr sz="3900" b="1">
                <a:solidFill>
                  <a:srgbClr val="7654D9"/>
                </a:solidFill>
              </a:rPr>
              <a:t>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1440F-07C1-492C-A3C4-9B1F65D7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956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4334A"/>
                </a:solidFill>
              </a:defRPr>
            </a:defPPr>
            <a:lvl1pPr>
              <a:defRPr sz="1875" b="1">
                <a:solidFill>
                  <a:srgbClr val="24334A"/>
                </a:solidFill>
              </a:defRPr>
            </a:lvl1pPr>
            <a:lvl2pPr>
              <a:defRPr sz="1875" b="1">
                <a:solidFill>
                  <a:srgbClr val="24334A"/>
                </a:solidFill>
              </a:defRPr>
            </a:lvl2pPr>
            <a:lvl3pPr>
              <a:defRPr sz="1875" b="1">
                <a:solidFill>
                  <a:srgbClr val="24334A"/>
                </a:solidFill>
              </a:defRPr>
            </a:lvl3pPr>
            <a:lvl4pPr>
              <a:defRPr sz="1875" b="1">
                <a:solidFill>
                  <a:srgbClr val="24334A"/>
                </a:solidFill>
              </a:defRPr>
            </a:lvl4pPr>
            <a:lvl5pPr>
              <a:defRPr sz="1875" b="1">
                <a:solidFill>
                  <a:srgbClr val="24334A"/>
                </a:solidFill>
              </a:defRPr>
            </a:lvl5pPr>
            <a:lvl6pPr>
              <a:defRPr sz="1875" b="1">
                <a:solidFill>
                  <a:srgbClr val="24334A"/>
                </a:solidFill>
              </a:defRPr>
            </a:lvl6pPr>
            <a:lvl7pPr>
              <a:defRPr sz="1875" b="1">
                <a:solidFill>
                  <a:srgbClr val="24334A"/>
                </a:solidFill>
              </a:defRPr>
            </a:lvl7pPr>
            <a:lvl8pPr>
              <a:defRPr sz="1875" b="1">
                <a:solidFill>
                  <a:srgbClr val="24334A"/>
                </a:solidFill>
              </a:defRPr>
            </a:lvl8pPr>
            <a:lvl9pPr>
              <a:defRPr sz="187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34A"/>
                </a:solidFill>
              </a:defRPr>
            </a:pPr>
            <a:r>
              <a:rPr sz="1875" b="1">
                <a:solidFill>
                  <a:srgbClr val="24334A"/>
                </a:solidFill>
              </a:rPr>
              <a:t>Ekspresi kreatif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5C736-CF04-40AF-B15B-771B661D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338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386"/>
                </a:solidFill>
              </a:defRPr>
            </a:defPPr>
            <a:lvl1pPr>
              <a:defRPr sz="1350" b="0">
                <a:solidFill>
                  <a:srgbClr val="657386"/>
                </a:solidFill>
              </a:defRPr>
            </a:lvl1pPr>
            <a:lvl2pPr>
              <a:defRPr sz="1350" b="0">
                <a:solidFill>
                  <a:srgbClr val="657386"/>
                </a:solidFill>
              </a:defRPr>
            </a:lvl2pPr>
            <a:lvl3pPr>
              <a:defRPr sz="1350" b="0">
                <a:solidFill>
                  <a:srgbClr val="657386"/>
                </a:solidFill>
              </a:defRPr>
            </a:lvl3pPr>
            <a:lvl4pPr>
              <a:defRPr sz="1350" b="0">
                <a:solidFill>
                  <a:srgbClr val="657386"/>
                </a:solidFill>
              </a:defRPr>
            </a:lvl4pPr>
            <a:lvl5pPr>
              <a:defRPr sz="1350" b="0">
                <a:solidFill>
                  <a:srgbClr val="657386"/>
                </a:solidFill>
              </a:defRPr>
            </a:lvl5pPr>
            <a:lvl6pPr>
              <a:defRPr sz="1350" b="0">
                <a:solidFill>
                  <a:srgbClr val="657386"/>
                </a:solidFill>
              </a:defRPr>
            </a:lvl6pPr>
            <a:lvl7pPr>
              <a:defRPr sz="1350" b="0">
                <a:solidFill>
                  <a:srgbClr val="657386"/>
                </a:solidFill>
              </a:defRPr>
            </a:lvl7pPr>
            <a:lvl8pPr>
              <a:defRPr sz="1350" b="0">
                <a:solidFill>
                  <a:srgbClr val="657386"/>
                </a:solidFill>
              </a:defRPr>
            </a:lvl8pPr>
            <a:lvl9pPr>
              <a:defRPr sz="135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Anak bebas memberi warna</a:t>
            </a:r>
          </a:p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dan menceritakan pilihannya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1B897-74C1-4AE4-905D-F804E2AC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386"/>
                </a:solidFill>
              </a:defRPr>
            </a:defPPr>
            <a:lvl1pPr>
              <a:defRPr sz="1350" b="0">
                <a:solidFill>
                  <a:srgbClr val="657386"/>
                </a:solidFill>
              </a:defRPr>
            </a:lvl1pPr>
            <a:lvl2pPr>
              <a:defRPr sz="1350" b="0">
                <a:solidFill>
                  <a:srgbClr val="657386"/>
                </a:solidFill>
              </a:defRPr>
            </a:lvl2pPr>
            <a:lvl3pPr>
              <a:defRPr sz="1350" b="0">
                <a:solidFill>
                  <a:srgbClr val="657386"/>
                </a:solidFill>
              </a:defRPr>
            </a:lvl3pPr>
            <a:lvl4pPr>
              <a:defRPr sz="1350" b="0">
                <a:solidFill>
                  <a:srgbClr val="657386"/>
                </a:solidFill>
              </a:defRPr>
            </a:lvl4pPr>
            <a:lvl5pPr>
              <a:defRPr sz="1350" b="0">
                <a:solidFill>
                  <a:srgbClr val="657386"/>
                </a:solidFill>
              </a:defRPr>
            </a:lvl5pPr>
            <a:lvl6pPr>
              <a:defRPr sz="1350" b="0">
                <a:solidFill>
                  <a:srgbClr val="657386"/>
                </a:solidFill>
              </a:defRPr>
            </a:lvl6pPr>
            <a:lvl7pPr>
              <a:defRPr sz="1350" b="0">
                <a:solidFill>
                  <a:srgbClr val="657386"/>
                </a:solidFill>
              </a:defRPr>
            </a:lvl7pPr>
            <a:lvl8pPr>
              <a:defRPr sz="1350" b="0">
                <a:solidFill>
                  <a:srgbClr val="657386"/>
                </a:solidFill>
              </a:defRPr>
            </a:lvl8pPr>
            <a:lvl9pPr>
              <a:defRPr sz="135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Catatan penting: panas dan dingin pada media ini merujuk pada kesan warna, bukan suhu benda.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B7762-E6D6-4FA8-A141-A7675EC9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57386"/>
                </a:solidFill>
              </a:defRPr>
            </a:defPPr>
            <a:lvl1pPr>
              <a:defRPr sz="900" b="0">
                <a:solidFill>
                  <a:srgbClr val="657386"/>
                </a:solidFill>
              </a:defRPr>
            </a:lvl1pPr>
            <a:lvl2pPr>
              <a:defRPr sz="900" b="0">
                <a:solidFill>
                  <a:srgbClr val="657386"/>
                </a:solidFill>
              </a:defRPr>
            </a:lvl2pPr>
            <a:lvl3pPr>
              <a:defRPr sz="900" b="0">
                <a:solidFill>
                  <a:srgbClr val="657386"/>
                </a:solidFill>
              </a:defRPr>
            </a:lvl3pPr>
            <a:lvl4pPr>
              <a:defRPr sz="900" b="0">
                <a:solidFill>
                  <a:srgbClr val="657386"/>
                </a:solidFill>
              </a:defRPr>
            </a:lvl4pPr>
            <a:lvl5pPr>
              <a:defRPr sz="900" b="0">
                <a:solidFill>
                  <a:srgbClr val="657386"/>
                </a:solidFill>
              </a:defRPr>
            </a:lvl5pPr>
            <a:lvl6pPr>
              <a:defRPr sz="900" b="0">
                <a:solidFill>
                  <a:srgbClr val="657386"/>
                </a:solidFill>
              </a:defRPr>
            </a:lvl6pPr>
            <a:lvl7pPr>
              <a:defRPr sz="900" b="0">
                <a:solidFill>
                  <a:srgbClr val="657386"/>
                </a:solidFill>
              </a:defRPr>
            </a:lvl7pPr>
            <a:lvl8pPr>
              <a:defRPr sz="900" b="0">
                <a:solidFill>
                  <a:srgbClr val="657386"/>
                </a:solidFill>
              </a:defRPr>
            </a:lvl8pPr>
            <a:lvl9pPr>
              <a:defRPr sz="9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Karya Inovatif PPG Calon Guru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062BD-D7BC-4AD2-B0F2-66598693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484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57386"/>
                </a:solidFill>
              </a:defRPr>
            </a:defPPr>
            <a:lvl1pPr>
              <a:defRPr sz="900" b="1">
                <a:solidFill>
                  <a:srgbClr val="657386"/>
                </a:solidFill>
              </a:defRPr>
            </a:lvl1pPr>
            <a:lvl2pPr>
              <a:defRPr sz="900" b="1">
                <a:solidFill>
                  <a:srgbClr val="657386"/>
                </a:solidFill>
              </a:defRPr>
            </a:lvl2pPr>
            <a:lvl3pPr>
              <a:defRPr sz="900" b="1">
                <a:solidFill>
                  <a:srgbClr val="657386"/>
                </a:solidFill>
              </a:defRPr>
            </a:lvl3pPr>
            <a:lvl4pPr>
              <a:defRPr sz="900" b="1">
                <a:solidFill>
                  <a:srgbClr val="657386"/>
                </a:solidFill>
              </a:defRPr>
            </a:lvl4pPr>
            <a:lvl5pPr>
              <a:defRPr sz="900" b="1">
                <a:solidFill>
                  <a:srgbClr val="657386"/>
                </a:solidFill>
              </a:defRPr>
            </a:lvl5pPr>
            <a:lvl6pPr>
              <a:defRPr sz="900" b="1">
                <a:solidFill>
                  <a:srgbClr val="657386"/>
                </a:solidFill>
              </a:defRPr>
            </a:lvl6pPr>
            <a:lvl7pPr>
              <a:defRPr sz="900" b="1">
                <a:solidFill>
                  <a:srgbClr val="657386"/>
                </a:solidFill>
              </a:defRPr>
            </a:lvl7pPr>
            <a:lvl8pPr>
              <a:defRPr sz="900" b="1">
                <a:solidFill>
                  <a:srgbClr val="657386"/>
                </a:solidFill>
              </a:defRPr>
            </a:lvl8pPr>
            <a:lvl9pPr>
              <a:defRPr sz="900" b="1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57386"/>
                </a:solidFill>
              </a:defRPr>
            </a:pPr>
            <a:r>
              <a:rPr sz="900" b="1">
                <a:solidFill>
                  <a:srgbClr val="65738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93282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D3EDD-5D7B-4341-AA4B-35675BBE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654D9"/>
                </a:solidFill>
              </a:defRPr>
            </a:defPPr>
            <a:lvl1pPr>
              <a:defRPr sz="1050" b="1">
                <a:solidFill>
                  <a:srgbClr val="7654D9"/>
                </a:solidFill>
              </a:defRPr>
            </a:lvl1pPr>
            <a:lvl2pPr>
              <a:defRPr sz="1050" b="1">
                <a:solidFill>
                  <a:srgbClr val="7654D9"/>
                </a:solidFill>
              </a:defRPr>
            </a:lvl2pPr>
            <a:lvl3pPr>
              <a:defRPr sz="1050" b="1">
                <a:solidFill>
                  <a:srgbClr val="7654D9"/>
                </a:solidFill>
              </a:defRPr>
            </a:lvl3pPr>
            <a:lvl4pPr>
              <a:defRPr sz="1050" b="1">
                <a:solidFill>
                  <a:srgbClr val="7654D9"/>
                </a:solidFill>
              </a:defRPr>
            </a:lvl4pPr>
            <a:lvl5pPr>
              <a:defRPr sz="1050" b="1">
                <a:solidFill>
                  <a:srgbClr val="7654D9"/>
                </a:solidFill>
              </a:defRPr>
            </a:lvl5pPr>
            <a:lvl6pPr>
              <a:defRPr sz="1050" b="1">
                <a:solidFill>
                  <a:srgbClr val="7654D9"/>
                </a:solidFill>
              </a:defRPr>
            </a:lvl6pPr>
            <a:lvl7pPr>
              <a:defRPr sz="1050" b="1">
                <a:solidFill>
                  <a:srgbClr val="7654D9"/>
                </a:solidFill>
              </a:defRPr>
            </a:lvl7pPr>
            <a:lvl8pPr>
              <a:defRPr sz="1050" b="1">
                <a:solidFill>
                  <a:srgbClr val="7654D9"/>
                </a:solidFill>
              </a:defRPr>
            </a:lvl8pPr>
            <a:lvl9pPr>
              <a:defRPr sz="10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654D9"/>
                </a:solidFill>
              </a:defRPr>
            </a:pPr>
            <a:r>
              <a:rPr sz="1050" b="1">
                <a:solidFill>
                  <a:srgbClr val="7654D9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D8539-8B5B-480B-9709-3A02083A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4334A"/>
                </a:solidFill>
              </a:defRPr>
            </a:defPPr>
            <a:lvl1pPr>
              <a:defRPr sz="2400" b="1">
                <a:solidFill>
                  <a:srgbClr val="24334A"/>
                </a:solidFill>
              </a:defRPr>
            </a:lvl1pPr>
            <a:lvl2pPr>
              <a:defRPr sz="2400" b="1">
                <a:solidFill>
                  <a:srgbClr val="24334A"/>
                </a:solidFill>
              </a:defRPr>
            </a:lvl2pPr>
            <a:lvl3pPr>
              <a:defRPr sz="2400" b="1">
                <a:solidFill>
                  <a:srgbClr val="24334A"/>
                </a:solidFill>
              </a:defRPr>
            </a:lvl3pPr>
            <a:lvl4pPr>
              <a:defRPr sz="2400" b="1">
                <a:solidFill>
                  <a:srgbClr val="24334A"/>
                </a:solidFill>
              </a:defRPr>
            </a:lvl4pPr>
            <a:lvl5pPr>
              <a:defRPr sz="2400" b="1">
                <a:solidFill>
                  <a:srgbClr val="24334A"/>
                </a:solidFill>
              </a:defRPr>
            </a:lvl5pPr>
            <a:lvl6pPr>
              <a:defRPr sz="2400" b="1">
                <a:solidFill>
                  <a:srgbClr val="24334A"/>
                </a:solidFill>
              </a:defRPr>
            </a:lvl6pPr>
            <a:lvl7pPr>
              <a:defRPr sz="2400" b="1">
                <a:solidFill>
                  <a:srgbClr val="24334A"/>
                </a:solidFill>
              </a:defRPr>
            </a:lvl7pPr>
            <a:lvl8pPr>
              <a:defRPr sz="2400" b="1">
                <a:solidFill>
                  <a:srgbClr val="24334A"/>
                </a:solidFill>
              </a:defRPr>
            </a:lvl8pPr>
            <a:lvl9pPr>
              <a:defRPr sz="240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34A"/>
                </a:solidFill>
              </a:defRPr>
            </a:pPr>
            <a:r>
              <a:rPr sz="2400" b="1">
                <a:solidFill>
                  <a:srgbClr val="24334A"/>
                </a:solidFill>
              </a:rPr>
              <a:t>Rancangan Media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0399C-CBAC-4D8D-85C8-8FAC0FC3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386"/>
                </a:solidFill>
              </a:defRPr>
            </a:defPPr>
            <a:lvl1pPr>
              <a:defRPr sz="1350" b="0">
                <a:solidFill>
                  <a:srgbClr val="657386"/>
                </a:solidFill>
              </a:defRPr>
            </a:lvl1pPr>
            <a:lvl2pPr>
              <a:defRPr sz="1350" b="0">
                <a:solidFill>
                  <a:srgbClr val="657386"/>
                </a:solidFill>
              </a:defRPr>
            </a:lvl2pPr>
            <a:lvl3pPr>
              <a:defRPr sz="1350" b="0">
                <a:solidFill>
                  <a:srgbClr val="657386"/>
                </a:solidFill>
              </a:defRPr>
            </a:lvl3pPr>
            <a:lvl4pPr>
              <a:defRPr sz="1350" b="0">
                <a:solidFill>
                  <a:srgbClr val="657386"/>
                </a:solidFill>
              </a:defRPr>
            </a:lvl4pPr>
            <a:lvl5pPr>
              <a:defRPr sz="1350" b="0">
                <a:solidFill>
                  <a:srgbClr val="657386"/>
                </a:solidFill>
              </a:defRPr>
            </a:lvl5pPr>
            <a:lvl6pPr>
              <a:defRPr sz="1350" b="0">
                <a:solidFill>
                  <a:srgbClr val="657386"/>
                </a:solidFill>
              </a:defRPr>
            </a:lvl6pPr>
            <a:lvl7pPr>
              <a:defRPr sz="1350" b="0">
                <a:solidFill>
                  <a:srgbClr val="657386"/>
                </a:solidFill>
              </a:defRPr>
            </a:lvl7pPr>
            <a:lvl8pPr>
              <a:defRPr sz="1350" b="0">
                <a:solidFill>
                  <a:srgbClr val="657386"/>
                </a:solidFill>
              </a:defRPr>
            </a:lvl8pPr>
            <a:lvl9pPr>
              <a:defRPr sz="135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Empat aktivitas singkat dengan instruksi sederhana dan kontrol besar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88068-AE4B-4ED7-BD5E-92AD7978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C2F02-5960-4EDE-A183-8858315A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2400300" cy="2476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A94F5-E1F4-4171-AF4E-DD3AA15F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7654D9"/>
                </a:solidFill>
              </a:defRPr>
            </a:defPPr>
            <a:lvl1pPr>
              <a:defRPr sz="1650" b="1">
                <a:solidFill>
                  <a:srgbClr val="7654D9"/>
                </a:solidFill>
              </a:defRPr>
            </a:lvl1pPr>
            <a:lvl2pPr>
              <a:defRPr sz="1650" b="1">
                <a:solidFill>
                  <a:srgbClr val="7654D9"/>
                </a:solidFill>
              </a:defRPr>
            </a:lvl2pPr>
            <a:lvl3pPr>
              <a:defRPr sz="1650" b="1">
                <a:solidFill>
                  <a:srgbClr val="7654D9"/>
                </a:solidFill>
              </a:defRPr>
            </a:lvl3pPr>
            <a:lvl4pPr>
              <a:defRPr sz="1650" b="1">
                <a:solidFill>
                  <a:srgbClr val="7654D9"/>
                </a:solidFill>
              </a:defRPr>
            </a:lvl4pPr>
            <a:lvl5pPr>
              <a:defRPr sz="1650" b="1">
                <a:solidFill>
                  <a:srgbClr val="7654D9"/>
                </a:solidFill>
              </a:defRPr>
            </a:lvl5pPr>
            <a:lvl6pPr>
              <a:defRPr sz="1650" b="1">
                <a:solidFill>
                  <a:srgbClr val="7654D9"/>
                </a:solidFill>
              </a:defRPr>
            </a:lvl6pPr>
            <a:lvl7pPr>
              <a:defRPr sz="1650" b="1">
                <a:solidFill>
                  <a:srgbClr val="7654D9"/>
                </a:solidFill>
              </a:defRPr>
            </a:lvl7pPr>
            <a:lvl8pPr>
              <a:defRPr sz="1650" b="1">
                <a:solidFill>
                  <a:srgbClr val="7654D9"/>
                </a:solidFill>
              </a:defRPr>
            </a:lvl8pPr>
            <a:lvl9pPr>
              <a:defRPr sz="16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654D9"/>
                </a:solidFill>
              </a:defRPr>
            </a:pPr>
            <a:r>
              <a:rPr sz="1650" b="1">
                <a:solidFill>
                  <a:srgbClr val="7654D9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D1B72-451B-47CB-9DC5-9B63D7B9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4334A"/>
                </a:solidFill>
              </a:defRPr>
            </a:defPPr>
            <a:lvl1pPr>
              <a:defRPr sz="1725" b="1">
                <a:solidFill>
                  <a:srgbClr val="24334A"/>
                </a:solidFill>
              </a:defRPr>
            </a:lvl1pPr>
            <a:lvl2pPr>
              <a:defRPr sz="1725" b="1">
                <a:solidFill>
                  <a:srgbClr val="24334A"/>
                </a:solidFill>
              </a:defRPr>
            </a:lvl2pPr>
            <a:lvl3pPr>
              <a:defRPr sz="1725" b="1">
                <a:solidFill>
                  <a:srgbClr val="24334A"/>
                </a:solidFill>
              </a:defRPr>
            </a:lvl3pPr>
            <a:lvl4pPr>
              <a:defRPr sz="1725" b="1">
                <a:solidFill>
                  <a:srgbClr val="24334A"/>
                </a:solidFill>
              </a:defRPr>
            </a:lvl4pPr>
            <a:lvl5pPr>
              <a:defRPr sz="1725" b="1">
                <a:solidFill>
                  <a:srgbClr val="24334A"/>
                </a:solidFill>
              </a:defRPr>
            </a:lvl5pPr>
            <a:lvl6pPr>
              <a:defRPr sz="1725" b="1">
                <a:solidFill>
                  <a:srgbClr val="24334A"/>
                </a:solidFill>
              </a:defRPr>
            </a:lvl6pPr>
            <a:lvl7pPr>
              <a:defRPr sz="1725" b="1">
                <a:solidFill>
                  <a:srgbClr val="24334A"/>
                </a:solidFill>
              </a:defRPr>
            </a:lvl7pPr>
            <a:lvl8pPr>
              <a:defRPr sz="1725" b="1">
                <a:solidFill>
                  <a:srgbClr val="24334A"/>
                </a:solidFill>
              </a:defRPr>
            </a:lvl8pPr>
            <a:lvl9pPr>
              <a:defRPr sz="172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34A"/>
                </a:solidFill>
              </a:defRPr>
            </a:pPr>
            <a:r>
              <a:rPr sz="1725" b="1">
                <a:solidFill>
                  <a:srgbClr val="24334A"/>
                </a:solidFill>
              </a:rPr>
              <a:t>Lihat Warna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2ABD6-4190-4E9E-9016-EC091E77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386"/>
                </a:solidFill>
              </a:defRPr>
            </a:defPPr>
            <a:lvl1pPr>
              <a:defRPr sz="1200" b="0">
                <a:solidFill>
                  <a:srgbClr val="657386"/>
                </a:solidFill>
              </a:defRPr>
            </a:lvl1pPr>
            <a:lvl2pPr>
              <a:defRPr sz="1200" b="0">
                <a:solidFill>
                  <a:srgbClr val="657386"/>
                </a:solidFill>
              </a:defRPr>
            </a:lvl2pPr>
            <a:lvl3pPr>
              <a:defRPr sz="1200" b="0">
                <a:solidFill>
                  <a:srgbClr val="657386"/>
                </a:solidFill>
              </a:defRPr>
            </a:lvl3pPr>
            <a:lvl4pPr>
              <a:defRPr sz="1200" b="0">
                <a:solidFill>
                  <a:srgbClr val="657386"/>
                </a:solidFill>
              </a:defRPr>
            </a:lvl4pPr>
            <a:lvl5pPr>
              <a:defRPr sz="1200" b="0">
                <a:solidFill>
                  <a:srgbClr val="657386"/>
                </a:solidFill>
              </a:defRPr>
            </a:lvl5pPr>
            <a:lvl6pPr>
              <a:defRPr sz="1200" b="0">
                <a:solidFill>
                  <a:srgbClr val="657386"/>
                </a:solidFill>
              </a:defRPr>
            </a:lvl6pPr>
            <a:lvl7pPr>
              <a:defRPr sz="1200" b="0">
                <a:solidFill>
                  <a:srgbClr val="657386"/>
                </a:solidFill>
              </a:defRPr>
            </a:lvl7pPr>
            <a:lvl8pPr>
              <a:defRPr sz="1200" b="0">
                <a:solidFill>
                  <a:srgbClr val="657386"/>
                </a:solidFill>
              </a:defRPr>
            </a:lvl8pPr>
            <a:lvl9pPr>
              <a:defRPr sz="12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386"/>
                </a:solidFill>
              </a:defRPr>
            </a:pPr>
            <a:r>
              <a:rPr sz="1200" b="0">
                <a:solidFill>
                  <a:srgbClr val="657386"/>
                </a:solidFill>
              </a:rPr>
              <a:t>Anak mengetuk warna dan mengenali kesannya.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5A5EE-A7AD-4C1C-8DCE-D12879B3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95550"/>
            <a:ext cx="2400300" cy="2476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CCE23-FAAE-4CD6-9063-5D821E6D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7654D9"/>
                </a:solidFill>
              </a:defRPr>
            </a:defPPr>
            <a:lvl1pPr>
              <a:defRPr sz="1650" b="1">
                <a:solidFill>
                  <a:srgbClr val="7654D9"/>
                </a:solidFill>
              </a:defRPr>
            </a:lvl1pPr>
            <a:lvl2pPr>
              <a:defRPr sz="1650" b="1">
                <a:solidFill>
                  <a:srgbClr val="7654D9"/>
                </a:solidFill>
              </a:defRPr>
            </a:lvl2pPr>
            <a:lvl3pPr>
              <a:defRPr sz="1650" b="1">
                <a:solidFill>
                  <a:srgbClr val="7654D9"/>
                </a:solidFill>
              </a:defRPr>
            </a:lvl3pPr>
            <a:lvl4pPr>
              <a:defRPr sz="1650" b="1">
                <a:solidFill>
                  <a:srgbClr val="7654D9"/>
                </a:solidFill>
              </a:defRPr>
            </a:lvl4pPr>
            <a:lvl5pPr>
              <a:defRPr sz="1650" b="1">
                <a:solidFill>
                  <a:srgbClr val="7654D9"/>
                </a:solidFill>
              </a:defRPr>
            </a:lvl5pPr>
            <a:lvl6pPr>
              <a:defRPr sz="1650" b="1">
                <a:solidFill>
                  <a:srgbClr val="7654D9"/>
                </a:solidFill>
              </a:defRPr>
            </a:lvl6pPr>
            <a:lvl7pPr>
              <a:defRPr sz="1650" b="1">
                <a:solidFill>
                  <a:srgbClr val="7654D9"/>
                </a:solidFill>
              </a:defRPr>
            </a:lvl7pPr>
            <a:lvl8pPr>
              <a:defRPr sz="1650" b="1">
                <a:solidFill>
                  <a:srgbClr val="7654D9"/>
                </a:solidFill>
              </a:defRPr>
            </a:lvl8pPr>
            <a:lvl9pPr>
              <a:defRPr sz="16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654D9"/>
                </a:solidFill>
              </a:defRPr>
            </a:pPr>
            <a:r>
              <a:rPr sz="1650" b="1">
                <a:solidFill>
                  <a:srgbClr val="7654D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D0814-6D40-443F-A993-CE3D6D1C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813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4334A"/>
                </a:solidFill>
              </a:defRPr>
            </a:defPPr>
            <a:lvl1pPr>
              <a:defRPr sz="1725" b="1">
                <a:solidFill>
                  <a:srgbClr val="24334A"/>
                </a:solidFill>
              </a:defRPr>
            </a:lvl1pPr>
            <a:lvl2pPr>
              <a:defRPr sz="1725" b="1">
                <a:solidFill>
                  <a:srgbClr val="24334A"/>
                </a:solidFill>
              </a:defRPr>
            </a:lvl2pPr>
            <a:lvl3pPr>
              <a:defRPr sz="1725" b="1">
                <a:solidFill>
                  <a:srgbClr val="24334A"/>
                </a:solidFill>
              </a:defRPr>
            </a:lvl3pPr>
            <a:lvl4pPr>
              <a:defRPr sz="1725" b="1">
                <a:solidFill>
                  <a:srgbClr val="24334A"/>
                </a:solidFill>
              </a:defRPr>
            </a:lvl4pPr>
            <a:lvl5pPr>
              <a:defRPr sz="1725" b="1">
                <a:solidFill>
                  <a:srgbClr val="24334A"/>
                </a:solidFill>
              </a:defRPr>
            </a:lvl5pPr>
            <a:lvl6pPr>
              <a:defRPr sz="1725" b="1">
                <a:solidFill>
                  <a:srgbClr val="24334A"/>
                </a:solidFill>
              </a:defRPr>
            </a:lvl6pPr>
            <a:lvl7pPr>
              <a:defRPr sz="1725" b="1">
                <a:solidFill>
                  <a:srgbClr val="24334A"/>
                </a:solidFill>
              </a:defRPr>
            </a:lvl7pPr>
            <a:lvl8pPr>
              <a:defRPr sz="1725" b="1">
                <a:solidFill>
                  <a:srgbClr val="24334A"/>
                </a:solidFill>
              </a:defRPr>
            </a:lvl8pPr>
            <a:lvl9pPr>
              <a:defRPr sz="172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34A"/>
                </a:solidFill>
              </a:defRPr>
            </a:pPr>
            <a:r>
              <a:rPr sz="1725" b="1">
                <a:solidFill>
                  <a:srgbClr val="24334A"/>
                </a:solidFill>
              </a:rPr>
              <a:t>Pilah Warna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930F8-67DC-41CF-B51E-F328FFC7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05225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386"/>
                </a:solidFill>
              </a:defRPr>
            </a:defPPr>
            <a:lvl1pPr>
              <a:defRPr sz="1200" b="0">
                <a:solidFill>
                  <a:srgbClr val="657386"/>
                </a:solidFill>
              </a:defRPr>
            </a:lvl1pPr>
            <a:lvl2pPr>
              <a:defRPr sz="1200" b="0">
                <a:solidFill>
                  <a:srgbClr val="657386"/>
                </a:solidFill>
              </a:defRPr>
            </a:lvl2pPr>
            <a:lvl3pPr>
              <a:defRPr sz="1200" b="0">
                <a:solidFill>
                  <a:srgbClr val="657386"/>
                </a:solidFill>
              </a:defRPr>
            </a:lvl3pPr>
            <a:lvl4pPr>
              <a:defRPr sz="1200" b="0">
                <a:solidFill>
                  <a:srgbClr val="657386"/>
                </a:solidFill>
              </a:defRPr>
            </a:lvl4pPr>
            <a:lvl5pPr>
              <a:defRPr sz="1200" b="0">
                <a:solidFill>
                  <a:srgbClr val="657386"/>
                </a:solidFill>
              </a:defRPr>
            </a:lvl5pPr>
            <a:lvl6pPr>
              <a:defRPr sz="1200" b="0">
                <a:solidFill>
                  <a:srgbClr val="657386"/>
                </a:solidFill>
              </a:defRPr>
            </a:lvl6pPr>
            <a:lvl7pPr>
              <a:defRPr sz="1200" b="0">
                <a:solidFill>
                  <a:srgbClr val="657386"/>
                </a:solidFill>
              </a:defRPr>
            </a:lvl7pPr>
            <a:lvl8pPr>
              <a:defRPr sz="1200" b="0">
                <a:solidFill>
                  <a:srgbClr val="657386"/>
                </a:solidFill>
              </a:defRPr>
            </a:lvl8pPr>
            <a:lvl9pPr>
              <a:defRPr sz="12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386"/>
                </a:solidFill>
              </a:defRPr>
            </a:pPr>
            <a:r>
              <a:rPr sz="1200" b="0">
                <a:solidFill>
                  <a:srgbClr val="657386"/>
                </a:solidFill>
              </a:rPr>
              <a:t>Anak memilih benda lalu memasukkannya ke keranjang hangat atau sejuk.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615EA-D51D-4791-81B1-2ABB3009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2400300" cy="2476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4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BED3B-D689-4E5F-8332-8A189121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7654D9"/>
                </a:solidFill>
              </a:defRPr>
            </a:defPPr>
            <a:lvl1pPr>
              <a:defRPr sz="1650" b="1">
                <a:solidFill>
                  <a:srgbClr val="7654D9"/>
                </a:solidFill>
              </a:defRPr>
            </a:lvl1pPr>
            <a:lvl2pPr>
              <a:defRPr sz="1650" b="1">
                <a:solidFill>
                  <a:srgbClr val="7654D9"/>
                </a:solidFill>
              </a:defRPr>
            </a:lvl2pPr>
            <a:lvl3pPr>
              <a:defRPr sz="1650" b="1">
                <a:solidFill>
                  <a:srgbClr val="7654D9"/>
                </a:solidFill>
              </a:defRPr>
            </a:lvl3pPr>
            <a:lvl4pPr>
              <a:defRPr sz="1650" b="1">
                <a:solidFill>
                  <a:srgbClr val="7654D9"/>
                </a:solidFill>
              </a:defRPr>
            </a:lvl4pPr>
            <a:lvl5pPr>
              <a:defRPr sz="1650" b="1">
                <a:solidFill>
                  <a:srgbClr val="7654D9"/>
                </a:solidFill>
              </a:defRPr>
            </a:lvl5pPr>
            <a:lvl6pPr>
              <a:defRPr sz="1650" b="1">
                <a:solidFill>
                  <a:srgbClr val="7654D9"/>
                </a:solidFill>
              </a:defRPr>
            </a:lvl6pPr>
            <a:lvl7pPr>
              <a:defRPr sz="1650" b="1">
                <a:solidFill>
                  <a:srgbClr val="7654D9"/>
                </a:solidFill>
              </a:defRPr>
            </a:lvl7pPr>
            <a:lvl8pPr>
              <a:defRPr sz="1650" b="1">
                <a:solidFill>
                  <a:srgbClr val="7654D9"/>
                </a:solidFill>
              </a:defRPr>
            </a:lvl8pPr>
            <a:lvl9pPr>
              <a:defRPr sz="16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654D9"/>
                </a:solidFill>
              </a:defRPr>
            </a:pPr>
            <a:r>
              <a:rPr sz="1650" b="1">
                <a:solidFill>
                  <a:srgbClr val="7654D9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BFBB8-B4A9-4DC2-8610-A99F489B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4334A"/>
                </a:solidFill>
              </a:defRPr>
            </a:defPPr>
            <a:lvl1pPr>
              <a:defRPr sz="1725" b="1">
                <a:solidFill>
                  <a:srgbClr val="24334A"/>
                </a:solidFill>
              </a:defRPr>
            </a:lvl1pPr>
            <a:lvl2pPr>
              <a:defRPr sz="1725" b="1">
                <a:solidFill>
                  <a:srgbClr val="24334A"/>
                </a:solidFill>
              </a:defRPr>
            </a:lvl2pPr>
            <a:lvl3pPr>
              <a:defRPr sz="1725" b="1">
                <a:solidFill>
                  <a:srgbClr val="24334A"/>
                </a:solidFill>
              </a:defRPr>
            </a:lvl3pPr>
            <a:lvl4pPr>
              <a:defRPr sz="1725" b="1">
                <a:solidFill>
                  <a:srgbClr val="24334A"/>
                </a:solidFill>
              </a:defRPr>
            </a:lvl4pPr>
            <a:lvl5pPr>
              <a:defRPr sz="1725" b="1">
                <a:solidFill>
                  <a:srgbClr val="24334A"/>
                </a:solidFill>
              </a:defRPr>
            </a:lvl5pPr>
            <a:lvl6pPr>
              <a:defRPr sz="1725" b="1">
                <a:solidFill>
                  <a:srgbClr val="24334A"/>
                </a:solidFill>
              </a:defRPr>
            </a:lvl6pPr>
            <a:lvl7pPr>
              <a:defRPr sz="1725" b="1">
                <a:solidFill>
                  <a:srgbClr val="24334A"/>
                </a:solidFill>
              </a:defRPr>
            </a:lvl7pPr>
            <a:lvl8pPr>
              <a:defRPr sz="1725" b="1">
                <a:solidFill>
                  <a:srgbClr val="24334A"/>
                </a:solidFill>
              </a:defRPr>
            </a:lvl8pPr>
            <a:lvl9pPr>
              <a:defRPr sz="172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34A"/>
                </a:solidFill>
              </a:defRPr>
            </a:pPr>
            <a:r>
              <a:rPr sz="1725" b="1">
                <a:solidFill>
                  <a:srgbClr val="24334A"/>
                </a:solidFill>
              </a:rPr>
              <a:t>Dino Warna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97CC3-00D4-4A67-A93B-77EED5A0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386"/>
                </a:solidFill>
              </a:defRPr>
            </a:defPPr>
            <a:lvl1pPr>
              <a:defRPr sz="1200" b="0">
                <a:solidFill>
                  <a:srgbClr val="657386"/>
                </a:solidFill>
              </a:defRPr>
            </a:lvl1pPr>
            <a:lvl2pPr>
              <a:defRPr sz="1200" b="0">
                <a:solidFill>
                  <a:srgbClr val="657386"/>
                </a:solidFill>
              </a:defRPr>
            </a:lvl2pPr>
            <a:lvl3pPr>
              <a:defRPr sz="1200" b="0">
                <a:solidFill>
                  <a:srgbClr val="657386"/>
                </a:solidFill>
              </a:defRPr>
            </a:lvl3pPr>
            <a:lvl4pPr>
              <a:defRPr sz="1200" b="0">
                <a:solidFill>
                  <a:srgbClr val="657386"/>
                </a:solidFill>
              </a:defRPr>
            </a:lvl4pPr>
            <a:lvl5pPr>
              <a:defRPr sz="1200" b="0">
                <a:solidFill>
                  <a:srgbClr val="657386"/>
                </a:solidFill>
              </a:defRPr>
            </a:lvl5pPr>
            <a:lvl6pPr>
              <a:defRPr sz="1200" b="0">
                <a:solidFill>
                  <a:srgbClr val="657386"/>
                </a:solidFill>
              </a:defRPr>
            </a:lvl6pPr>
            <a:lvl7pPr>
              <a:defRPr sz="1200" b="0">
                <a:solidFill>
                  <a:srgbClr val="657386"/>
                </a:solidFill>
              </a:defRPr>
            </a:lvl7pPr>
            <a:lvl8pPr>
              <a:defRPr sz="1200" b="0">
                <a:solidFill>
                  <a:srgbClr val="657386"/>
                </a:solidFill>
              </a:defRPr>
            </a:lvl8pPr>
            <a:lvl9pPr>
              <a:defRPr sz="12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386"/>
                </a:solidFill>
              </a:defRPr>
            </a:pPr>
            <a:r>
              <a:rPr sz="1200" b="0">
                <a:solidFill>
                  <a:srgbClr val="657386"/>
                </a:solidFill>
              </a:rPr>
              <a:t>Anak memilih palet dan mewarnai gambar asli.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0E3FF-5DC0-4FF3-990F-33161BCE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95550"/>
            <a:ext cx="2400300" cy="24765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08A07-84F7-46D7-A8FB-A78DB751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7654D9"/>
                </a:solidFill>
              </a:defRPr>
            </a:defPPr>
            <a:lvl1pPr>
              <a:defRPr sz="1650" b="1">
                <a:solidFill>
                  <a:srgbClr val="7654D9"/>
                </a:solidFill>
              </a:defRPr>
            </a:lvl1pPr>
            <a:lvl2pPr>
              <a:defRPr sz="1650" b="1">
                <a:solidFill>
                  <a:srgbClr val="7654D9"/>
                </a:solidFill>
              </a:defRPr>
            </a:lvl2pPr>
            <a:lvl3pPr>
              <a:defRPr sz="1650" b="1">
                <a:solidFill>
                  <a:srgbClr val="7654D9"/>
                </a:solidFill>
              </a:defRPr>
            </a:lvl3pPr>
            <a:lvl4pPr>
              <a:defRPr sz="1650" b="1">
                <a:solidFill>
                  <a:srgbClr val="7654D9"/>
                </a:solidFill>
              </a:defRPr>
            </a:lvl4pPr>
            <a:lvl5pPr>
              <a:defRPr sz="1650" b="1">
                <a:solidFill>
                  <a:srgbClr val="7654D9"/>
                </a:solidFill>
              </a:defRPr>
            </a:lvl5pPr>
            <a:lvl6pPr>
              <a:defRPr sz="1650" b="1">
                <a:solidFill>
                  <a:srgbClr val="7654D9"/>
                </a:solidFill>
              </a:defRPr>
            </a:lvl6pPr>
            <a:lvl7pPr>
              <a:defRPr sz="1650" b="1">
                <a:solidFill>
                  <a:srgbClr val="7654D9"/>
                </a:solidFill>
              </a:defRPr>
            </a:lvl7pPr>
            <a:lvl8pPr>
              <a:defRPr sz="1650" b="1">
                <a:solidFill>
                  <a:srgbClr val="7654D9"/>
                </a:solidFill>
              </a:defRPr>
            </a:lvl8pPr>
            <a:lvl9pPr>
              <a:defRPr sz="16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654D9"/>
                </a:solidFill>
              </a:defRPr>
            </a:pPr>
            <a:r>
              <a:rPr sz="1650" b="1">
                <a:solidFill>
                  <a:srgbClr val="7654D9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8A5A8A-E2BB-4710-A95F-A54585D0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813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24334A"/>
                </a:solidFill>
              </a:defRPr>
            </a:defPPr>
            <a:lvl1pPr>
              <a:defRPr sz="1725" b="1">
                <a:solidFill>
                  <a:srgbClr val="24334A"/>
                </a:solidFill>
              </a:defRPr>
            </a:lvl1pPr>
            <a:lvl2pPr>
              <a:defRPr sz="1725" b="1">
                <a:solidFill>
                  <a:srgbClr val="24334A"/>
                </a:solidFill>
              </a:defRPr>
            </a:lvl2pPr>
            <a:lvl3pPr>
              <a:defRPr sz="1725" b="1">
                <a:solidFill>
                  <a:srgbClr val="24334A"/>
                </a:solidFill>
              </a:defRPr>
            </a:lvl3pPr>
            <a:lvl4pPr>
              <a:defRPr sz="1725" b="1">
                <a:solidFill>
                  <a:srgbClr val="24334A"/>
                </a:solidFill>
              </a:defRPr>
            </a:lvl4pPr>
            <a:lvl5pPr>
              <a:defRPr sz="1725" b="1">
                <a:solidFill>
                  <a:srgbClr val="24334A"/>
                </a:solidFill>
              </a:defRPr>
            </a:lvl5pPr>
            <a:lvl6pPr>
              <a:defRPr sz="1725" b="1">
                <a:solidFill>
                  <a:srgbClr val="24334A"/>
                </a:solidFill>
              </a:defRPr>
            </a:lvl6pPr>
            <a:lvl7pPr>
              <a:defRPr sz="1725" b="1">
                <a:solidFill>
                  <a:srgbClr val="24334A"/>
                </a:solidFill>
              </a:defRPr>
            </a:lvl7pPr>
            <a:lvl8pPr>
              <a:defRPr sz="1725" b="1">
                <a:solidFill>
                  <a:srgbClr val="24334A"/>
                </a:solidFill>
              </a:defRPr>
            </a:lvl8pPr>
            <a:lvl9pPr>
              <a:defRPr sz="172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34A"/>
                </a:solidFill>
              </a:defRPr>
            </a:pPr>
            <a:r>
              <a:rPr sz="1725" b="1">
                <a:solidFill>
                  <a:srgbClr val="24334A"/>
                </a:solidFill>
              </a:rPr>
              <a:t>Campur Suasana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5F7BC-4A93-444B-87E1-5464AD53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05225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386"/>
                </a:solidFill>
              </a:defRPr>
            </a:defPPr>
            <a:lvl1pPr>
              <a:defRPr sz="1200" b="0">
                <a:solidFill>
                  <a:srgbClr val="657386"/>
                </a:solidFill>
              </a:defRPr>
            </a:lvl1pPr>
            <a:lvl2pPr>
              <a:defRPr sz="1200" b="0">
                <a:solidFill>
                  <a:srgbClr val="657386"/>
                </a:solidFill>
              </a:defRPr>
            </a:lvl2pPr>
            <a:lvl3pPr>
              <a:defRPr sz="1200" b="0">
                <a:solidFill>
                  <a:srgbClr val="657386"/>
                </a:solidFill>
              </a:defRPr>
            </a:lvl3pPr>
            <a:lvl4pPr>
              <a:defRPr sz="1200" b="0">
                <a:solidFill>
                  <a:srgbClr val="657386"/>
                </a:solidFill>
              </a:defRPr>
            </a:lvl4pPr>
            <a:lvl5pPr>
              <a:defRPr sz="1200" b="0">
                <a:solidFill>
                  <a:srgbClr val="657386"/>
                </a:solidFill>
              </a:defRPr>
            </a:lvl5pPr>
            <a:lvl6pPr>
              <a:defRPr sz="1200" b="0">
                <a:solidFill>
                  <a:srgbClr val="657386"/>
                </a:solidFill>
              </a:defRPr>
            </a:lvl6pPr>
            <a:lvl7pPr>
              <a:defRPr sz="1200" b="0">
                <a:solidFill>
                  <a:srgbClr val="657386"/>
                </a:solidFill>
              </a:defRPr>
            </a:lvl7pPr>
            <a:lvl8pPr>
              <a:defRPr sz="1200" b="0">
                <a:solidFill>
                  <a:srgbClr val="657386"/>
                </a:solidFill>
              </a:defRPr>
            </a:lvl8pPr>
            <a:lvl9pPr>
              <a:defRPr sz="12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386"/>
                </a:solidFill>
              </a:defRPr>
            </a:pPr>
            <a:r>
              <a:rPr sz="1200" b="0">
                <a:solidFill>
                  <a:srgbClr val="657386"/>
                </a:solidFill>
              </a:rPr>
              <a:t>Anak menambah warna hangat atau sejuk untuk melihat perubahan suasana.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FD372-9E97-4580-9E94-FAD4FFD5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245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386"/>
                </a:solidFill>
              </a:defRPr>
            </a:defPPr>
            <a:lvl1pPr>
              <a:defRPr sz="1350" b="0">
                <a:solidFill>
                  <a:srgbClr val="657386"/>
                </a:solidFill>
              </a:defRPr>
            </a:lvl1pPr>
            <a:lvl2pPr>
              <a:defRPr sz="1350" b="0">
                <a:solidFill>
                  <a:srgbClr val="657386"/>
                </a:solidFill>
              </a:defRPr>
            </a:lvl2pPr>
            <a:lvl3pPr>
              <a:defRPr sz="1350" b="0">
                <a:solidFill>
                  <a:srgbClr val="657386"/>
                </a:solidFill>
              </a:defRPr>
            </a:lvl3pPr>
            <a:lvl4pPr>
              <a:defRPr sz="1350" b="0">
                <a:solidFill>
                  <a:srgbClr val="657386"/>
                </a:solidFill>
              </a:defRPr>
            </a:lvl4pPr>
            <a:lvl5pPr>
              <a:defRPr sz="1350" b="0">
                <a:solidFill>
                  <a:srgbClr val="657386"/>
                </a:solidFill>
              </a:defRPr>
            </a:lvl5pPr>
            <a:lvl6pPr>
              <a:defRPr sz="1350" b="0">
                <a:solidFill>
                  <a:srgbClr val="657386"/>
                </a:solidFill>
              </a:defRPr>
            </a:lvl6pPr>
            <a:lvl7pPr>
              <a:defRPr sz="1350" b="0">
                <a:solidFill>
                  <a:srgbClr val="657386"/>
                </a:solidFill>
              </a:defRPr>
            </a:lvl7pPr>
            <a:lvl8pPr>
              <a:defRPr sz="1350" b="0">
                <a:solidFill>
                  <a:srgbClr val="657386"/>
                </a:solidFill>
              </a:defRPr>
            </a:lvl8pPr>
            <a:lvl9pPr>
              <a:defRPr sz="135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Alur penggunaan singkat membantu guru memakai media secara klasikal melalui laptop, proyektor, atau IFP.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6B09E9-8898-451A-AC1C-DE18300B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57386"/>
                </a:solidFill>
              </a:defRPr>
            </a:defPPr>
            <a:lvl1pPr>
              <a:defRPr sz="900" b="0">
                <a:solidFill>
                  <a:srgbClr val="657386"/>
                </a:solidFill>
              </a:defRPr>
            </a:lvl1pPr>
            <a:lvl2pPr>
              <a:defRPr sz="900" b="0">
                <a:solidFill>
                  <a:srgbClr val="657386"/>
                </a:solidFill>
              </a:defRPr>
            </a:lvl2pPr>
            <a:lvl3pPr>
              <a:defRPr sz="900" b="0">
                <a:solidFill>
                  <a:srgbClr val="657386"/>
                </a:solidFill>
              </a:defRPr>
            </a:lvl3pPr>
            <a:lvl4pPr>
              <a:defRPr sz="900" b="0">
                <a:solidFill>
                  <a:srgbClr val="657386"/>
                </a:solidFill>
              </a:defRPr>
            </a:lvl4pPr>
            <a:lvl5pPr>
              <a:defRPr sz="900" b="0">
                <a:solidFill>
                  <a:srgbClr val="657386"/>
                </a:solidFill>
              </a:defRPr>
            </a:lvl5pPr>
            <a:lvl6pPr>
              <a:defRPr sz="900" b="0">
                <a:solidFill>
                  <a:srgbClr val="657386"/>
                </a:solidFill>
              </a:defRPr>
            </a:lvl6pPr>
            <a:lvl7pPr>
              <a:defRPr sz="900" b="0">
                <a:solidFill>
                  <a:srgbClr val="657386"/>
                </a:solidFill>
              </a:defRPr>
            </a:lvl7pPr>
            <a:lvl8pPr>
              <a:defRPr sz="900" b="0">
                <a:solidFill>
                  <a:srgbClr val="657386"/>
                </a:solidFill>
              </a:defRPr>
            </a:lvl8pPr>
            <a:lvl9pPr>
              <a:defRPr sz="9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Karya Inovatif PPG Calon Guru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CDC1A1-88D3-438B-B55A-A40CB944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484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57386"/>
                </a:solidFill>
              </a:defRPr>
            </a:defPPr>
            <a:lvl1pPr>
              <a:defRPr sz="900" b="1">
                <a:solidFill>
                  <a:srgbClr val="657386"/>
                </a:solidFill>
              </a:defRPr>
            </a:lvl1pPr>
            <a:lvl2pPr>
              <a:defRPr sz="900" b="1">
                <a:solidFill>
                  <a:srgbClr val="657386"/>
                </a:solidFill>
              </a:defRPr>
            </a:lvl2pPr>
            <a:lvl3pPr>
              <a:defRPr sz="900" b="1">
                <a:solidFill>
                  <a:srgbClr val="657386"/>
                </a:solidFill>
              </a:defRPr>
            </a:lvl3pPr>
            <a:lvl4pPr>
              <a:defRPr sz="900" b="1">
                <a:solidFill>
                  <a:srgbClr val="657386"/>
                </a:solidFill>
              </a:defRPr>
            </a:lvl4pPr>
            <a:lvl5pPr>
              <a:defRPr sz="900" b="1">
                <a:solidFill>
                  <a:srgbClr val="657386"/>
                </a:solidFill>
              </a:defRPr>
            </a:lvl5pPr>
            <a:lvl6pPr>
              <a:defRPr sz="900" b="1">
                <a:solidFill>
                  <a:srgbClr val="657386"/>
                </a:solidFill>
              </a:defRPr>
            </a:lvl6pPr>
            <a:lvl7pPr>
              <a:defRPr sz="900" b="1">
                <a:solidFill>
                  <a:srgbClr val="657386"/>
                </a:solidFill>
              </a:defRPr>
            </a:lvl7pPr>
            <a:lvl8pPr>
              <a:defRPr sz="900" b="1">
                <a:solidFill>
                  <a:srgbClr val="657386"/>
                </a:solidFill>
              </a:defRPr>
            </a:lvl8pPr>
            <a:lvl9pPr>
              <a:defRPr sz="900" b="1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57386"/>
                </a:solidFill>
              </a:defRPr>
            </a:pPr>
            <a:r>
              <a:rPr sz="900" b="1">
                <a:solidFill>
                  <a:srgbClr val="65738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80988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0397B8-49E1-4FD3-899E-86D3DCD5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654D9"/>
                </a:solidFill>
              </a:defRPr>
            </a:defPPr>
            <a:lvl1pPr>
              <a:defRPr sz="1050" b="1">
                <a:solidFill>
                  <a:srgbClr val="7654D9"/>
                </a:solidFill>
              </a:defRPr>
            </a:lvl1pPr>
            <a:lvl2pPr>
              <a:defRPr sz="1050" b="1">
                <a:solidFill>
                  <a:srgbClr val="7654D9"/>
                </a:solidFill>
              </a:defRPr>
            </a:lvl2pPr>
            <a:lvl3pPr>
              <a:defRPr sz="1050" b="1">
                <a:solidFill>
                  <a:srgbClr val="7654D9"/>
                </a:solidFill>
              </a:defRPr>
            </a:lvl3pPr>
            <a:lvl4pPr>
              <a:defRPr sz="1050" b="1">
                <a:solidFill>
                  <a:srgbClr val="7654D9"/>
                </a:solidFill>
              </a:defRPr>
            </a:lvl4pPr>
            <a:lvl5pPr>
              <a:defRPr sz="1050" b="1">
                <a:solidFill>
                  <a:srgbClr val="7654D9"/>
                </a:solidFill>
              </a:defRPr>
            </a:lvl5pPr>
            <a:lvl6pPr>
              <a:defRPr sz="1050" b="1">
                <a:solidFill>
                  <a:srgbClr val="7654D9"/>
                </a:solidFill>
              </a:defRPr>
            </a:lvl6pPr>
            <a:lvl7pPr>
              <a:defRPr sz="1050" b="1">
                <a:solidFill>
                  <a:srgbClr val="7654D9"/>
                </a:solidFill>
              </a:defRPr>
            </a:lvl7pPr>
            <a:lvl8pPr>
              <a:defRPr sz="1050" b="1">
                <a:solidFill>
                  <a:srgbClr val="7654D9"/>
                </a:solidFill>
              </a:defRPr>
            </a:lvl8pPr>
            <a:lvl9pPr>
              <a:defRPr sz="10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654D9"/>
                </a:solidFill>
              </a:defRPr>
            </a:pPr>
            <a:r>
              <a:rPr sz="1050" b="1">
                <a:solidFill>
                  <a:srgbClr val="7654D9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A203D-32AC-48E5-99F8-E3CED3FC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4334A"/>
                </a:solidFill>
              </a:defRPr>
            </a:defPPr>
            <a:lvl1pPr>
              <a:defRPr sz="2400" b="1">
                <a:solidFill>
                  <a:srgbClr val="24334A"/>
                </a:solidFill>
              </a:defRPr>
            </a:lvl1pPr>
            <a:lvl2pPr>
              <a:defRPr sz="2400" b="1">
                <a:solidFill>
                  <a:srgbClr val="24334A"/>
                </a:solidFill>
              </a:defRPr>
            </a:lvl2pPr>
            <a:lvl3pPr>
              <a:defRPr sz="2400" b="1">
                <a:solidFill>
                  <a:srgbClr val="24334A"/>
                </a:solidFill>
              </a:defRPr>
            </a:lvl3pPr>
            <a:lvl4pPr>
              <a:defRPr sz="2400" b="1">
                <a:solidFill>
                  <a:srgbClr val="24334A"/>
                </a:solidFill>
              </a:defRPr>
            </a:lvl4pPr>
            <a:lvl5pPr>
              <a:defRPr sz="2400" b="1">
                <a:solidFill>
                  <a:srgbClr val="24334A"/>
                </a:solidFill>
              </a:defRPr>
            </a:lvl5pPr>
            <a:lvl6pPr>
              <a:defRPr sz="2400" b="1">
                <a:solidFill>
                  <a:srgbClr val="24334A"/>
                </a:solidFill>
              </a:defRPr>
            </a:lvl6pPr>
            <a:lvl7pPr>
              <a:defRPr sz="2400" b="1">
                <a:solidFill>
                  <a:srgbClr val="24334A"/>
                </a:solidFill>
              </a:defRPr>
            </a:lvl7pPr>
            <a:lvl8pPr>
              <a:defRPr sz="2400" b="1">
                <a:solidFill>
                  <a:srgbClr val="24334A"/>
                </a:solidFill>
              </a:defRPr>
            </a:lvl8pPr>
            <a:lvl9pPr>
              <a:defRPr sz="240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34A"/>
                </a:solidFill>
              </a:defRPr>
            </a:pPr>
            <a:r>
              <a:rPr sz="2400" b="1">
                <a:solidFill>
                  <a:srgbClr val="24334A"/>
                </a:solidFill>
              </a:rPr>
              <a:t>Alur Pembelajaran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B9A03-9DD1-4EE3-AC93-34D7890E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386"/>
                </a:solidFill>
              </a:defRPr>
            </a:defPPr>
            <a:lvl1pPr>
              <a:defRPr sz="1350" b="0">
                <a:solidFill>
                  <a:srgbClr val="657386"/>
                </a:solidFill>
              </a:defRPr>
            </a:lvl1pPr>
            <a:lvl2pPr>
              <a:defRPr sz="1350" b="0">
                <a:solidFill>
                  <a:srgbClr val="657386"/>
                </a:solidFill>
              </a:defRPr>
            </a:lvl2pPr>
            <a:lvl3pPr>
              <a:defRPr sz="1350" b="0">
                <a:solidFill>
                  <a:srgbClr val="657386"/>
                </a:solidFill>
              </a:defRPr>
            </a:lvl3pPr>
            <a:lvl4pPr>
              <a:defRPr sz="1350" b="0">
                <a:solidFill>
                  <a:srgbClr val="657386"/>
                </a:solidFill>
              </a:defRPr>
            </a:lvl4pPr>
            <a:lvl5pPr>
              <a:defRPr sz="1350" b="0">
                <a:solidFill>
                  <a:srgbClr val="657386"/>
                </a:solidFill>
              </a:defRPr>
            </a:lvl5pPr>
            <a:lvl6pPr>
              <a:defRPr sz="1350" b="0">
                <a:solidFill>
                  <a:srgbClr val="657386"/>
                </a:solidFill>
              </a:defRPr>
            </a:lvl6pPr>
            <a:lvl7pPr>
              <a:defRPr sz="1350" b="0">
                <a:solidFill>
                  <a:srgbClr val="657386"/>
                </a:solidFill>
              </a:defRPr>
            </a:lvl7pPr>
            <a:lvl8pPr>
              <a:defRPr sz="1350" b="0">
                <a:solidFill>
                  <a:srgbClr val="657386"/>
                </a:solidFill>
              </a:defRPr>
            </a:lvl8pPr>
            <a:lvl9pPr>
              <a:defRPr sz="135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Media mengikuti urutan mengenal, mencoba, berkarya, lalu bercerita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057BB-069D-41CF-8B48-027FB862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532F2-453F-4EDD-8C9E-E7D0B1E7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000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C6815-AF83-497E-9C41-36C6D22C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020F8-B636-4BB8-B71F-3769D96E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4334A"/>
                </a:solidFill>
              </a:defRPr>
            </a:defPPr>
            <a:lvl1pPr>
              <a:defRPr sz="1050" b="1">
                <a:solidFill>
                  <a:srgbClr val="24334A"/>
                </a:solidFill>
              </a:defRPr>
            </a:lvl1pPr>
            <a:lvl2pPr>
              <a:defRPr sz="1050" b="1">
                <a:solidFill>
                  <a:srgbClr val="24334A"/>
                </a:solidFill>
              </a:defRPr>
            </a:lvl2pPr>
            <a:lvl3pPr>
              <a:defRPr sz="1050" b="1">
                <a:solidFill>
                  <a:srgbClr val="24334A"/>
                </a:solidFill>
              </a:defRPr>
            </a:lvl3pPr>
            <a:lvl4pPr>
              <a:defRPr sz="1050" b="1">
                <a:solidFill>
                  <a:srgbClr val="24334A"/>
                </a:solidFill>
              </a:defRPr>
            </a:lvl4pPr>
            <a:lvl5pPr>
              <a:defRPr sz="1050" b="1">
                <a:solidFill>
                  <a:srgbClr val="24334A"/>
                </a:solidFill>
              </a:defRPr>
            </a:lvl5pPr>
            <a:lvl6pPr>
              <a:defRPr sz="1050" b="1">
                <a:solidFill>
                  <a:srgbClr val="24334A"/>
                </a:solidFill>
              </a:defRPr>
            </a:lvl6pPr>
            <a:lvl7pPr>
              <a:defRPr sz="1050" b="1">
                <a:solidFill>
                  <a:srgbClr val="24334A"/>
                </a:solidFill>
              </a:defRPr>
            </a:lvl7pPr>
            <a:lvl8pPr>
              <a:defRPr sz="1050" b="1">
                <a:solidFill>
                  <a:srgbClr val="24334A"/>
                </a:solidFill>
              </a:defRPr>
            </a:lvl8pPr>
            <a:lvl9pPr>
              <a:defRPr sz="10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4334A"/>
                </a:solidFill>
              </a:defRPr>
            </a:pPr>
            <a:r>
              <a:rPr sz="1050" b="1">
                <a:solidFill>
                  <a:srgbClr val="24334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46D8C-104F-4A57-A82A-28D1BFE0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4334A"/>
                </a:solidFill>
              </a:defRPr>
            </a:defPPr>
            <a:lvl1pPr>
              <a:defRPr sz="1650" b="1">
                <a:solidFill>
                  <a:srgbClr val="24334A"/>
                </a:solidFill>
              </a:defRPr>
            </a:lvl1pPr>
            <a:lvl2pPr>
              <a:defRPr sz="1650" b="1">
                <a:solidFill>
                  <a:srgbClr val="24334A"/>
                </a:solidFill>
              </a:defRPr>
            </a:lvl2pPr>
            <a:lvl3pPr>
              <a:defRPr sz="1650" b="1">
                <a:solidFill>
                  <a:srgbClr val="24334A"/>
                </a:solidFill>
              </a:defRPr>
            </a:lvl3pPr>
            <a:lvl4pPr>
              <a:defRPr sz="1650" b="1">
                <a:solidFill>
                  <a:srgbClr val="24334A"/>
                </a:solidFill>
              </a:defRPr>
            </a:lvl4pPr>
            <a:lvl5pPr>
              <a:defRPr sz="1650" b="1">
                <a:solidFill>
                  <a:srgbClr val="24334A"/>
                </a:solidFill>
              </a:defRPr>
            </a:lvl5pPr>
            <a:lvl6pPr>
              <a:defRPr sz="1650" b="1">
                <a:solidFill>
                  <a:srgbClr val="24334A"/>
                </a:solidFill>
              </a:defRPr>
            </a:lvl6pPr>
            <a:lvl7pPr>
              <a:defRPr sz="1650" b="1">
                <a:solidFill>
                  <a:srgbClr val="24334A"/>
                </a:solidFill>
              </a:defRPr>
            </a:lvl7pPr>
            <a:lvl8pPr>
              <a:defRPr sz="1650" b="1">
                <a:solidFill>
                  <a:srgbClr val="24334A"/>
                </a:solidFill>
              </a:defRPr>
            </a:lvl8pPr>
            <a:lvl9pPr>
              <a:defRPr sz="16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34A"/>
                </a:solidFill>
              </a:defRPr>
            </a:pPr>
            <a:r>
              <a:rPr sz="1650" b="1">
                <a:solidFill>
                  <a:srgbClr val="24334A"/>
                </a:solidFill>
              </a:rPr>
              <a:t>Amati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8EE8F-9C7A-49DA-9F2D-E065588D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386"/>
                </a:solidFill>
              </a:defRPr>
            </a:defPPr>
            <a:lvl1pPr>
              <a:defRPr sz="1200" b="0">
                <a:solidFill>
                  <a:srgbClr val="657386"/>
                </a:solidFill>
              </a:defRPr>
            </a:lvl1pPr>
            <a:lvl2pPr>
              <a:defRPr sz="1200" b="0">
                <a:solidFill>
                  <a:srgbClr val="657386"/>
                </a:solidFill>
              </a:defRPr>
            </a:lvl2pPr>
            <a:lvl3pPr>
              <a:defRPr sz="1200" b="0">
                <a:solidFill>
                  <a:srgbClr val="657386"/>
                </a:solidFill>
              </a:defRPr>
            </a:lvl3pPr>
            <a:lvl4pPr>
              <a:defRPr sz="1200" b="0">
                <a:solidFill>
                  <a:srgbClr val="657386"/>
                </a:solidFill>
              </a:defRPr>
            </a:lvl4pPr>
            <a:lvl5pPr>
              <a:defRPr sz="1200" b="0">
                <a:solidFill>
                  <a:srgbClr val="657386"/>
                </a:solidFill>
              </a:defRPr>
            </a:lvl5pPr>
            <a:lvl6pPr>
              <a:defRPr sz="1200" b="0">
                <a:solidFill>
                  <a:srgbClr val="657386"/>
                </a:solidFill>
              </a:defRPr>
            </a:lvl6pPr>
            <a:lvl7pPr>
              <a:defRPr sz="1200" b="0">
                <a:solidFill>
                  <a:srgbClr val="657386"/>
                </a:solidFill>
              </a:defRPr>
            </a:lvl7pPr>
            <a:lvl8pPr>
              <a:defRPr sz="1200" b="0">
                <a:solidFill>
                  <a:srgbClr val="657386"/>
                </a:solidFill>
              </a:defRPr>
            </a:lvl8pPr>
            <a:lvl9pPr>
              <a:defRPr sz="12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386"/>
                </a:solidFill>
              </a:defRPr>
            </a:pPr>
            <a:r>
              <a:rPr sz="1200" b="0">
                <a:solidFill>
                  <a:srgbClr val="657386"/>
                </a:solidFill>
              </a:rPr>
              <a:t>Guru menampilkan warna dan mengajak anak menyebutkan kesannya.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46B8A-99FD-484B-9F7C-0DEAB055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33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7654D9"/>
                </a:solidFill>
              </a:defRPr>
            </a:defPPr>
            <a:lvl1pPr>
              <a:defRPr sz="2550" b="1">
                <a:solidFill>
                  <a:srgbClr val="7654D9"/>
                </a:solidFill>
              </a:defRPr>
            </a:lvl1pPr>
            <a:lvl2pPr>
              <a:defRPr sz="2550" b="1">
                <a:solidFill>
                  <a:srgbClr val="7654D9"/>
                </a:solidFill>
              </a:defRPr>
            </a:lvl2pPr>
            <a:lvl3pPr>
              <a:defRPr sz="2550" b="1">
                <a:solidFill>
                  <a:srgbClr val="7654D9"/>
                </a:solidFill>
              </a:defRPr>
            </a:lvl3pPr>
            <a:lvl4pPr>
              <a:defRPr sz="2550" b="1">
                <a:solidFill>
                  <a:srgbClr val="7654D9"/>
                </a:solidFill>
              </a:defRPr>
            </a:lvl4pPr>
            <a:lvl5pPr>
              <a:defRPr sz="2550" b="1">
                <a:solidFill>
                  <a:srgbClr val="7654D9"/>
                </a:solidFill>
              </a:defRPr>
            </a:lvl5pPr>
            <a:lvl6pPr>
              <a:defRPr sz="2550" b="1">
                <a:solidFill>
                  <a:srgbClr val="7654D9"/>
                </a:solidFill>
              </a:defRPr>
            </a:lvl6pPr>
            <a:lvl7pPr>
              <a:defRPr sz="2550" b="1">
                <a:solidFill>
                  <a:srgbClr val="7654D9"/>
                </a:solidFill>
              </a:defRPr>
            </a:lvl7pPr>
            <a:lvl8pPr>
              <a:defRPr sz="2550" b="1">
                <a:solidFill>
                  <a:srgbClr val="7654D9"/>
                </a:solidFill>
              </a:defRPr>
            </a:lvl8pPr>
            <a:lvl9pPr>
              <a:defRPr sz="25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654D9"/>
                </a:solidFill>
              </a:defRPr>
            </a:pPr>
            <a:r>
              <a:rPr sz="2550" b="1">
                <a:solidFill>
                  <a:srgbClr val="7654D9"/>
                </a:solidFill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EEC93-92D9-452A-9442-FC0E469F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09850"/>
            <a:ext cx="2000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B2651-5FE6-47C9-86BA-D63CF0BD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003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52214-CAF4-4338-972C-D7090EAC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57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4334A"/>
                </a:solidFill>
              </a:defRPr>
            </a:defPPr>
            <a:lvl1pPr>
              <a:defRPr sz="1050" b="1">
                <a:solidFill>
                  <a:srgbClr val="24334A"/>
                </a:solidFill>
              </a:defRPr>
            </a:lvl1pPr>
            <a:lvl2pPr>
              <a:defRPr sz="1050" b="1">
                <a:solidFill>
                  <a:srgbClr val="24334A"/>
                </a:solidFill>
              </a:defRPr>
            </a:lvl2pPr>
            <a:lvl3pPr>
              <a:defRPr sz="1050" b="1">
                <a:solidFill>
                  <a:srgbClr val="24334A"/>
                </a:solidFill>
              </a:defRPr>
            </a:lvl3pPr>
            <a:lvl4pPr>
              <a:defRPr sz="1050" b="1">
                <a:solidFill>
                  <a:srgbClr val="24334A"/>
                </a:solidFill>
              </a:defRPr>
            </a:lvl4pPr>
            <a:lvl5pPr>
              <a:defRPr sz="1050" b="1">
                <a:solidFill>
                  <a:srgbClr val="24334A"/>
                </a:solidFill>
              </a:defRPr>
            </a:lvl5pPr>
            <a:lvl6pPr>
              <a:defRPr sz="1050" b="1">
                <a:solidFill>
                  <a:srgbClr val="24334A"/>
                </a:solidFill>
              </a:defRPr>
            </a:lvl6pPr>
            <a:lvl7pPr>
              <a:defRPr sz="1050" b="1">
                <a:solidFill>
                  <a:srgbClr val="24334A"/>
                </a:solidFill>
              </a:defRPr>
            </a:lvl7pPr>
            <a:lvl8pPr>
              <a:defRPr sz="1050" b="1">
                <a:solidFill>
                  <a:srgbClr val="24334A"/>
                </a:solidFill>
              </a:defRPr>
            </a:lvl8pPr>
            <a:lvl9pPr>
              <a:defRPr sz="10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4334A"/>
                </a:solidFill>
              </a:defRPr>
            </a:pPr>
            <a:r>
              <a:rPr sz="1050" b="1">
                <a:solidFill>
                  <a:srgbClr val="24334A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A4132-1F2F-4119-8CB6-9663E480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95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4334A"/>
                </a:solidFill>
              </a:defRPr>
            </a:defPPr>
            <a:lvl1pPr>
              <a:defRPr sz="1650" b="1">
                <a:solidFill>
                  <a:srgbClr val="24334A"/>
                </a:solidFill>
              </a:defRPr>
            </a:lvl1pPr>
            <a:lvl2pPr>
              <a:defRPr sz="1650" b="1">
                <a:solidFill>
                  <a:srgbClr val="24334A"/>
                </a:solidFill>
              </a:defRPr>
            </a:lvl2pPr>
            <a:lvl3pPr>
              <a:defRPr sz="1650" b="1">
                <a:solidFill>
                  <a:srgbClr val="24334A"/>
                </a:solidFill>
              </a:defRPr>
            </a:lvl3pPr>
            <a:lvl4pPr>
              <a:defRPr sz="1650" b="1">
                <a:solidFill>
                  <a:srgbClr val="24334A"/>
                </a:solidFill>
              </a:defRPr>
            </a:lvl4pPr>
            <a:lvl5pPr>
              <a:defRPr sz="1650" b="1">
                <a:solidFill>
                  <a:srgbClr val="24334A"/>
                </a:solidFill>
              </a:defRPr>
            </a:lvl5pPr>
            <a:lvl6pPr>
              <a:defRPr sz="1650" b="1">
                <a:solidFill>
                  <a:srgbClr val="24334A"/>
                </a:solidFill>
              </a:defRPr>
            </a:lvl6pPr>
            <a:lvl7pPr>
              <a:defRPr sz="1650" b="1">
                <a:solidFill>
                  <a:srgbClr val="24334A"/>
                </a:solidFill>
              </a:defRPr>
            </a:lvl7pPr>
            <a:lvl8pPr>
              <a:defRPr sz="1650" b="1">
                <a:solidFill>
                  <a:srgbClr val="24334A"/>
                </a:solidFill>
              </a:defRPr>
            </a:lvl8pPr>
            <a:lvl9pPr>
              <a:defRPr sz="16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34A"/>
                </a:solidFill>
              </a:defRPr>
            </a:pPr>
            <a:r>
              <a:rPr sz="1650" b="1">
                <a:solidFill>
                  <a:srgbClr val="24334A"/>
                </a:solidFill>
              </a:rPr>
              <a:t>Pilih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5F24B-6B9A-4FCC-B1D5-982772B7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05225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386"/>
                </a:solidFill>
              </a:defRPr>
            </a:defPPr>
            <a:lvl1pPr>
              <a:defRPr sz="1200" b="0">
                <a:solidFill>
                  <a:srgbClr val="657386"/>
                </a:solidFill>
              </a:defRPr>
            </a:lvl1pPr>
            <a:lvl2pPr>
              <a:defRPr sz="1200" b="0">
                <a:solidFill>
                  <a:srgbClr val="657386"/>
                </a:solidFill>
              </a:defRPr>
            </a:lvl2pPr>
            <a:lvl3pPr>
              <a:defRPr sz="1200" b="0">
                <a:solidFill>
                  <a:srgbClr val="657386"/>
                </a:solidFill>
              </a:defRPr>
            </a:lvl3pPr>
            <a:lvl4pPr>
              <a:defRPr sz="1200" b="0">
                <a:solidFill>
                  <a:srgbClr val="657386"/>
                </a:solidFill>
              </a:defRPr>
            </a:lvl4pPr>
            <a:lvl5pPr>
              <a:defRPr sz="1200" b="0">
                <a:solidFill>
                  <a:srgbClr val="657386"/>
                </a:solidFill>
              </a:defRPr>
            </a:lvl5pPr>
            <a:lvl6pPr>
              <a:defRPr sz="1200" b="0">
                <a:solidFill>
                  <a:srgbClr val="657386"/>
                </a:solidFill>
              </a:defRPr>
            </a:lvl6pPr>
            <a:lvl7pPr>
              <a:defRPr sz="1200" b="0">
                <a:solidFill>
                  <a:srgbClr val="657386"/>
                </a:solidFill>
              </a:defRPr>
            </a:lvl7pPr>
            <a:lvl8pPr>
              <a:defRPr sz="1200" b="0">
                <a:solidFill>
                  <a:srgbClr val="657386"/>
                </a:solidFill>
              </a:defRPr>
            </a:lvl8pPr>
            <a:lvl9pPr>
              <a:defRPr sz="12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386"/>
                </a:solidFill>
              </a:defRPr>
            </a:pPr>
            <a:r>
              <a:rPr sz="1200" b="0">
                <a:solidFill>
                  <a:srgbClr val="657386"/>
                </a:solidFill>
              </a:rPr>
              <a:t>Anak memilih warna atau benda pada layar.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7201C-91C0-414F-B786-6153D462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333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7654D9"/>
                </a:solidFill>
              </a:defRPr>
            </a:defPPr>
            <a:lvl1pPr>
              <a:defRPr sz="2550" b="1">
                <a:solidFill>
                  <a:srgbClr val="7654D9"/>
                </a:solidFill>
              </a:defRPr>
            </a:lvl1pPr>
            <a:lvl2pPr>
              <a:defRPr sz="2550" b="1">
                <a:solidFill>
                  <a:srgbClr val="7654D9"/>
                </a:solidFill>
              </a:defRPr>
            </a:lvl2pPr>
            <a:lvl3pPr>
              <a:defRPr sz="2550" b="1">
                <a:solidFill>
                  <a:srgbClr val="7654D9"/>
                </a:solidFill>
              </a:defRPr>
            </a:lvl3pPr>
            <a:lvl4pPr>
              <a:defRPr sz="2550" b="1">
                <a:solidFill>
                  <a:srgbClr val="7654D9"/>
                </a:solidFill>
              </a:defRPr>
            </a:lvl4pPr>
            <a:lvl5pPr>
              <a:defRPr sz="2550" b="1">
                <a:solidFill>
                  <a:srgbClr val="7654D9"/>
                </a:solidFill>
              </a:defRPr>
            </a:lvl5pPr>
            <a:lvl6pPr>
              <a:defRPr sz="2550" b="1">
                <a:solidFill>
                  <a:srgbClr val="7654D9"/>
                </a:solidFill>
              </a:defRPr>
            </a:lvl6pPr>
            <a:lvl7pPr>
              <a:defRPr sz="2550" b="1">
                <a:solidFill>
                  <a:srgbClr val="7654D9"/>
                </a:solidFill>
              </a:defRPr>
            </a:lvl7pPr>
            <a:lvl8pPr>
              <a:defRPr sz="2550" b="1">
                <a:solidFill>
                  <a:srgbClr val="7654D9"/>
                </a:solidFill>
              </a:defRPr>
            </a:lvl8pPr>
            <a:lvl9pPr>
              <a:defRPr sz="25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654D9"/>
                </a:solidFill>
              </a:defRPr>
            </a:pPr>
            <a:r>
              <a:rPr sz="2550" b="1">
                <a:solidFill>
                  <a:srgbClr val="7654D9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53FC4-E57C-4586-8C1E-F32D9586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2000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2F6C56-DF90-4A7B-949F-B09D30F4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41B47-2AEE-4616-A6CC-9C31AFF0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4334A"/>
                </a:solidFill>
              </a:defRPr>
            </a:defPPr>
            <a:lvl1pPr>
              <a:defRPr sz="1050" b="1">
                <a:solidFill>
                  <a:srgbClr val="24334A"/>
                </a:solidFill>
              </a:defRPr>
            </a:lvl1pPr>
            <a:lvl2pPr>
              <a:defRPr sz="1050" b="1">
                <a:solidFill>
                  <a:srgbClr val="24334A"/>
                </a:solidFill>
              </a:defRPr>
            </a:lvl2pPr>
            <a:lvl3pPr>
              <a:defRPr sz="1050" b="1">
                <a:solidFill>
                  <a:srgbClr val="24334A"/>
                </a:solidFill>
              </a:defRPr>
            </a:lvl3pPr>
            <a:lvl4pPr>
              <a:defRPr sz="1050" b="1">
                <a:solidFill>
                  <a:srgbClr val="24334A"/>
                </a:solidFill>
              </a:defRPr>
            </a:lvl4pPr>
            <a:lvl5pPr>
              <a:defRPr sz="1050" b="1">
                <a:solidFill>
                  <a:srgbClr val="24334A"/>
                </a:solidFill>
              </a:defRPr>
            </a:lvl5pPr>
            <a:lvl6pPr>
              <a:defRPr sz="1050" b="1">
                <a:solidFill>
                  <a:srgbClr val="24334A"/>
                </a:solidFill>
              </a:defRPr>
            </a:lvl6pPr>
            <a:lvl7pPr>
              <a:defRPr sz="1050" b="1">
                <a:solidFill>
                  <a:srgbClr val="24334A"/>
                </a:solidFill>
              </a:defRPr>
            </a:lvl7pPr>
            <a:lvl8pPr>
              <a:defRPr sz="1050" b="1">
                <a:solidFill>
                  <a:srgbClr val="24334A"/>
                </a:solidFill>
              </a:defRPr>
            </a:lvl8pPr>
            <a:lvl9pPr>
              <a:defRPr sz="10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4334A"/>
                </a:solidFill>
              </a:defRPr>
            </a:pPr>
            <a:r>
              <a:rPr sz="1050" b="1">
                <a:solidFill>
                  <a:srgbClr val="24334A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ADDC8-376D-4673-97B7-5F9B0502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95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4334A"/>
                </a:solidFill>
              </a:defRPr>
            </a:defPPr>
            <a:lvl1pPr>
              <a:defRPr sz="1650" b="1">
                <a:solidFill>
                  <a:srgbClr val="24334A"/>
                </a:solidFill>
              </a:defRPr>
            </a:lvl1pPr>
            <a:lvl2pPr>
              <a:defRPr sz="1650" b="1">
                <a:solidFill>
                  <a:srgbClr val="24334A"/>
                </a:solidFill>
              </a:defRPr>
            </a:lvl2pPr>
            <a:lvl3pPr>
              <a:defRPr sz="1650" b="1">
                <a:solidFill>
                  <a:srgbClr val="24334A"/>
                </a:solidFill>
              </a:defRPr>
            </a:lvl3pPr>
            <a:lvl4pPr>
              <a:defRPr sz="1650" b="1">
                <a:solidFill>
                  <a:srgbClr val="24334A"/>
                </a:solidFill>
              </a:defRPr>
            </a:lvl4pPr>
            <a:lvl5pPr>
              <a:defRPr sz="1650" b="1">
                <a:solidFill>
                  <a:srgbClr val="24334A"/>
                </a:solidFill>
              </a:defRPr>
            </a:lvl5pPr>
            <a:lvl6pPr>
              <a:defRPr sz="1650" b="1">
                <a:solidFill>
                  <a:srgbClr val="24334A"/>
                </a:solidFill>
              </a:defRPr>
            </a:lvl6pPr>
            <a:lvl7pPr>
              <a:defRPr sz="1650" b="1">
                <a:solidFill>
                  <a:srgbClr val="24334A"/>
                </a:solidFill>
              </a:defRPr>
            </a:lvl7pPr>
            <a:lvl8pPr>
              <a:defRPr sz="1650" b="1">
                <a:solidFill>
                  <a:srgbClr val="24334A"/>
                </a:solidFill>
              </a:defRPr>
            </a:lvl8pPr>
            <a:lvl9pPr>
              <a:defRPr sz="16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34A"/>
                </a:solidFill>
              </a:defRPr>
            </a:pPr>
            <a:r>
              <a:rPr sz="1650" b="1">
                <a:solidFill>
                  <a:srgbClr val="24334A"/>
                </a:solidFill>
              </a:rPr>
              <a:t>Beri respons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CE337-C42F-461C-8D59-041AF51A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05225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386"/>
                </a:solidFill>
              </a:defRPr>
            </a:defPPr>
            <a:lvl1pPr>
              <a:defRPr sz="1200" b="0">
                <a:solidFill>
                  <a:srgbClr val="657386"/>
                </a:solidFill>
              </a:defRPr>
            </a:lvl1pPr>
            <a:lvl2pPr>
              <a:defRPr sz="1200" b="0">
                <a:solidFill>
                  <a:srgbClr val="657386"/>
                </a:solidFill>
              </a:defRPr>
            </a:lvl2pPr>
            <a:lvl3pPr>
              <a:defRPr sz="1200" b="0">
                <a:solidFill>
                  <a:srgbClr val="657386"/>
                </a:solidFill>
              </a:defRPr>
            </a:lvl3pPr>
            <a:lvl4pPr>
              <a:defRPr sz="1200" b="0">
                <a:solidFill>
                  <a:srgbClr val="657386"/>
                </a:solidFill>
              </a:defRPr>
            </a:lvl4pPr>
            <a:lvl5pPr>
              <a:defRPr sz="1200" b="0">
                <a:solidFill>
                  <a:srgbClr val="657386"/>
                </a:solidFill>
              </a:defRPr>
            </a:lvl5pPr>
            <a:lvl6pPr>
              <a:defRPr sz="1200" b="0">
                <a:solidFill>
                  <a:srgbClr val="657386"/>
                </a:solidFill>
              </a:defRPr>
            </a:lvl6pPr>
            <a:lvl7pPr>
              <a:defRPr sz="1200" b="0">
                <a:solidFill>
                  <a:srgbClr val="657386"/>
                </a:solidFill>
              </a:defRPr>
            </a:lvl7pPr>
            <a:lvl8pPr>
              <a:defRPr sz="1200" b="0">
                <a:solidFill>
                  <a:srgbClr val="657386"/>
                </a:solidFill>
              </a:defRPr>
            </a:lvl8pPr>
            <a:lvl9pPr>
              <a:defRPr sz="12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386"/>
                </a:solidFill>
              </a:defRPr>
            </a:pPr>
            <a:r>
              <a:rPr sz="1200" b="0">
                <a:solidFill>
                  <a:srgbClr val="657386"/>
                </a:solidFill>
              </a:rPr>
              <a:t>Media memberi umpan balik langsung dan tidak menghukum kesalahan.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8B821-8C58-4016-876A-DC7941D5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7654D9"/>
                </a:solidFill>
              </a:defRPr>
            </a:defPPr>
            <a:lvl1pPr>
              <a:defRPr sz="2550" b="1">
                <a:solidFill>
                  <a:srgbClr val="7654D9"/>
                </a:solidFill>
              </a:defRPr>
            </a:lvl1pPr>
            <a:lvl2pPr>
              <a:defRPr sz="2550" b="1">
                <a:solidFill>
                  <a:srgbClr val="7654D9"/>
                </a:solidFill>
              </a:defRPr>
            </a:lvl2pPr>
            <a:lvl3pPr>
              <a:defRPr sz="2550" b="1">
                <a:solidFill>
                  <a:srgbClr val="7654D9"/>
                </a:solidFill>
              </a:defRPr>
            </a:lvl3pPr>
            <a:lvl4pPr>
              <a:defRPr sz="2550" b="1">
                <a:solidFill>
                  <a:srgbClr val="7654D9"/>
                </a:solidFill>
              </a:defRPr>
            </a:lvl4pPr>
            <a:lvl5pPr>
              <a:defRPr sz="2550" b="1">
                <a:solidFill>
                  <a:srgbClr val="7654D9"/>
                </a:solidFill>
              </a:defRPr>
            </a:lvl5pPr>
            <a:lvl6pPr>
              <a:defRPr sz="2550" b="1">
                <a:solidFill>
                  <a:srgbClr val="7654D9"/>
                </a:solidFill>
              </a:defRPr>
            </a:lvl6pPr>
            <a:lvl7pPr>
              <a:defRPr sz="2550" b="1">
                <a:solidFill>
                  <a:srgbClr val="7654D9"/>
                </a:solidFill>
              </a:defRPr>
            </a:lvl7pPr>
            <a:lvl8pPr>
              <a:defRPr sz="2550" b="1">
                <a:solidFill>
                  <a:srgbClr val="7654D9"/>
                </a:solidFill>
              </a:defRPr>
            </a:lvl8pPr>
            <a:lvl9pPr>
              <a:defRPr sz="25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654D9"/>
                </a:solidFill>
              </a:defRPr>
            </a:pPr>
            <a:r>
              <a:rPr sz="2550" b="1">
                <a:solidFill>
                  <a:srgbClr val="7654D9"/>
                </a:solidFill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A8C1D-2B95-448F-8047-8812D129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09850"/>
            <a:ext cx="20002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59FA1-972D-4270-B60A-AF24C4FD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00350"/>
            <a:ext cx="514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70FBC5-2701-46F5-8161-BAC3747C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575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24334A"/>
                </a:solidFill>
              </a:defRPr>
            </a:defPPr>
            <a:lvl1pPr>
              <a:defRPr sz="1050" b="1">
                <a:solidFill>
                  <a:srgbClr val="24334A"/>
                </a:solidFill>
              </a:defRPr>
            </a:lvl1pPr>
            <a:lvl2pPr>
              <a:defRPr sz="1050" b="1">
                <a:solidFill>
                  <a:srgbClr val="24334A"/>
                </a:solidFill>
              </a:defRPr>
            </a:lvl2pPr>
            <a:lvl3pPr>
              <a:defRPr sz="1050" b="1">
                <a:solidFill>
                  <a:srgbClr val="24334A"/>
                </a:solidFill>
              </a:defRPr>
            </a:lvl3pPr>
            <a:lvl4pPr>
              <a:defRPr sz="1050" b="1">
                <a:solidFill>
                  <a:srgbClr val="24334A"/>
                </a:solidFill>
              </a:defRPr>
            </a:lvl4pPr>
            <a:lvl5pPr>
              <a:defRPr sz="1050" b="1">
                <a:solidFill>
                  <a:srgbClr val="24334A"/>
                </a:solidFill>
              </a:defRPr>
            </a:lvl5pPr>
            <a:lvl6pPr>
              <a:defRPr sz="1050" b="1">
                <a:solidFill>
                  <a:srgbClr val="24334A"/>
                </a:solidFill>
              </a:defRPr>
            </a:lvl6pPr>
            <a:lvl7pPr>
              <a:defRPr sz="1050" b="1">
                <a:solidFill>
                  <a:srgbClr val="24334A"/>
                </a:solidFill>
              </a:defRPr>
            </a:lvl7pPr>
            <a:lvl8pPr>
              <a:defRPr sz="1050" b="1">
                <a:solidFill>
                  <a:srgbClr val="24334A"/>
                </a:solidFill>
              </a:defRPr>
            </a:lvl8pPr>
            <a:lvl9pPr>
              <a:defRPr sz="10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4334A"/>
                </a:solidFill>
              </a:defRPr>
            </a:pPr>
            <a:r>
              <a:rPr sz="1050" b="1">
                <a:solidFill>
                  <a:srgbClr val="24334A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B2C2AC-DE72-45B4-B921-3E9B9BA3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95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4334A"/>
                </a:solidFill>
              </a:defRPr>
            </a:defPPr>
            <a:lvl1pPr>
              <a:defRPr sz="1650" b="1">
                <a:solidFill>
                  <a:srgbClr val="24334A"/>
                </a:solidFill>
              </a:defRPr>
            </a:lvl1pPr>
            <a:lvl2pPr>
              <a:defRPr sz="1650" b="1">
                <a:solidFill>
                  <a:srgbClr val="24334A"/>
                </a:solidFill>
              </a:defRPr>
            </a:lvl2pPr>
            <a:lvl3pPr>
              <a:defRPr sz="1650" b="1">
                <a:solidFill>
                  <a:srgbClr val="24334A"/>
                </a:solidFill>
              </a:defRPr>
            </a:lvl3pPr>
            <a:lvl4pPr>
              <a:defRPr sz="1650" b="1">
                <a:solidFill>
                  <a:srgbClr val="24334A"/>
                </a:solidFill>
              </a:defRPr>
            </a:lvl4pPr>
            <a:lvl5pPr>
              <a:defRPr sz="1650" b="1">
                <a:solidFill>
                  <a:srgbClr val="24334A"/>
                </a:solidFill>
              </a:defRPr>
            </a:lvl5pPr>
            <a:lvl6pPr>
              <a:defRPr sz="1650" b="1">
                <a:solidFill>
                  <a:srgbClr val="24334A"/>
                </a:solidFill>
              </a:defRPr>
            </a:lvl6pPr>
            <a:lvl7pPr>
              <a:defRPr sz="1650" b="1">
                <a:solidFill>
                  <a:srgbClr val="24334A"/>
                </a:solidFill>
              </a:defRPr>
            </a:lvl7pPr>
            <a:lvl8pPr>
              <a:defRPr sz="1650" b="1">
                <a:solidFill>
                  <a:srgbClr val="24334A"/>
                </a:solidFill>
              </a:defRPr>
            </a:lvl8pPr>
            <a:lvl9pPr>
              <a:defRPr sz="16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334A"/>
                </a:solidFill>
              </a:defRPr>
            </a:pPr>
            <a:r>
              <a:rPr sz="1650" b="1">
                <a:solidFill>
                  <a:srgbClr val="24334A"/>
                </a:solidFill>
              </a:rPr>
              <a:t>Cerita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49E94C-15E9-4263-802E-32F5A2DB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05225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386"/>
                </a:solidFill>
              </a:defRPr>
            </a:defPPr>
            <a:lvl1pPr>
              <a:defRPr sz="1200" b="0">
                <a:solidFill>
                  <a:srgbClr val="657386"/>
                </a:solidFill>
              </a:defRPr>
            </a:lvl1pPr>
            <a:lvl2pPr>
              <a:defRPr sz="1200" b="0">
                <a:solidFill>
                  <a:srgbClr val="657386"/>
                </a:solidFill>
              </a:defRPr>
            </a:lvl2pPr>
            <a:lvl3pPr>
              <a:defRPr sz="1200" b="0">
                <a:solidFill>
                  <a:srgbClr val="657386"/>
                </a:solidFill>
              </a:defRPr>
            </a:lvl3pPr>
            <a:lvl4pPr>
              <a:defRPr sz="1200" b="0">
                <a:solidFill>
                  <a:srgbClr val="657386"/>
                </a:solidFill>
              </a:defRPr>
            </a:lvl4pPr>
            <a:lvl5pPr>
              <a:defRPr sz="1200" b="0">
                <a:solidFill>
                  <a:srgbClr val="657386"/>
                </a:solidFill>
              </a:defRPr>
            </a:lvl5pPr>
            <a:lvl6pPr>
              <a:defRPr sz="1200" b="0">
                <a:solidFill>
                  <a:srgbClr val="657386"/>
                </a:solidFill>
              </a:defRPr>
            </a:lvl6pPr>
            <a:lvl7pPr>
              <a:defRPr sz="1200" b="0">
                <a:solidFill>
                  <a:srgbClr val="657386"/>
                </a:solidFill>
              </a:defRPr>
            </a:lvl7pPr>
            <a:lvl8pPr>
              <a:defRPr sz="1200" b="0">
                <a:solidFill>
                  <a:srgbClr val="657386"/>
                </a:solidFill>
              </a:defRPr>
            </a:lvl8pPr>
            <a:lvl9pPr>
              <a:defRPr sz="12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386"/>
                </a:solidFill>
              </a:defRPr>
            </a:pPr>
            <a:r>
              <a:rPr sz="1200" b="0">
                <a:solidFill>
                  <a:srgbClr val="657386"/>
                </a:solidFill>
              </a:rPr>
              <a:t>Anak menjelaskan warna yang dipilih dan suasana pada karyanya.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2257B7-4F41-4347-986D-7B07C6D3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86375"/>
            <a:ext cx="18097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89908A-F9D3-486A-9E35-9FB999B3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34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4334A"/>
                </a:solidFill>
              </a:defRPr>
            </a:defPPr>
            <a:lvl1pPr>
              <a:defRPr sz="1125" b="1">
                <a:solidFill>
                  <a:srgbClr val="24334A"/>
                </a:solidFill>
              </a:defRPr>
            </a:lvl1pPr>
            <a:lvl2pPr>
              <a:defRPr sz="1125" b="1">
                <a:solidFill>
                  <a:srgbClr val="24334A"/>
                </a:solidFill>
              </a:defRPr>
            </a:lvl2pPr>
            <a:lvl3pPr>
              <a:defRPr sz="1125" b="1">
                <a:solidFill>
                  <a:srgbClr val="24334A"/>
                </a:solidFill>
              </a:defRPr>
            </a:lvl3pPr>
            <a:lvl4pPr>
              <a:defRPr sz="1125" b="1">
                <a:solidFill>
                  <a:srgbClr val="24334A"/>
                </a:solidFill>
              </a:defRPr>
            </a:lvl4pPr>
            <a:lvl5pPr>
              <a:defRPr sz="1125" b="1">
                <a:solidFill>
                  <a:srgbClr val="24334A"/>
                </a:solidFill>
              </a:defRPr>
            </a:lvl5pPr>
            <a:lvl6pPr>
              <a:defRPr sz="1125" b="1">
                <a:solidFill>
                  <a:srgbClr val="24334A"/>
                </a:solidFill>
              </a:defRPr>
            </a:lvl6pPr>
            <a:lvl7pPr>
              <a:defRPr sz="1125" b="1">
                <a:solidFill>
                  <a:srgbClr val="24334A"/>
                </a:solidFill>
              </a:defRPr>
            </a:lvl7pPr>
            <a:lvl8pPr>
              <a:defRPr sz="1125" b="1">
                <a:solidFill>
                  <a:srgbClr val="24334A"/>
                </a:solidFill>
              </a:defRPr>
            </a:lvl8pPr>
            <a:lvl9pPr>
              <a:defRPr sz="112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4334A"/>
                </a:solidFill>
              </a:defRPr>
            </a:pPr>
            <a:r>
              <a:rPr sz="1125" b="1">
                <a:solidFill>
                  <a:srgbClr val="24334A"/>
                </a:solidFill>
              </a:rPr>
              <a:t>Peran guru: fasilitator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5018EB-3D54-44FF-BEFF-54E91AC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86375"/>
            <a:ext cx="18097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C56321-C790-42EA-80B9-25E023F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34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4334A"/>
                </a:solidFill>
              </a:defRPr>
            </a:defPPr>
            <a:lvl1pPr>
              <a:defRPr sz="1125" b="1">
                <a:solidFill>
                  <a:srgbClr val="24334A"/>
                </a:solidFill>
              </a:defRPr>
            </a:lvl1pPr>
            <a:lvl2pPr>
              <a:defRPr sz="1125" b="1">
                <a:solidFill>
                  <a:srgbClr val="24334A"/>
                </a:solidFill>
              </a:defRPr>
            </a:lvl2pPr>
            <a:lvl3pPr>
              <a:defRPr sz="1125" b="1">
                <a:solidFill>
                  <a:srgbClr val="24334A"/>
                </a:solidFill>
              </a:defRPr>
            </a:lvl3pPr>
            <a:lvl4pPr>
              <a:defRPr sz="1125" b="1">
                <a:solidFill>
                  <a:srgbClr val="24334A"/>
                </a:solidFill>
              </a:defRPr>
            </a:lvl4pPr>
            <a:lvl5pPr>
              <a:defRPr sz="1125" b="1">
                <a:solidFill>
                  <a:srgbClr val="24334A"/>
                </a:solidFill>
              </a:defRPr>
            </a:lvl5pPr>
            <a:lvl6pPr>
              <a:defRPr sz="1125" b="1">
                <a:solidFill>
                  <a:srgbClr val="24334A"/>
                </a:solidFill>
              </a:defRPr>
            </a:lvl6pPr>
            <a:lvl7pPr>
              <a:defRPr sz="1125" b="1">
                <a:solidFill>
                  <a:srgbClr val="24334A"/>
                </a:solidFill>
              </a:defRPr>
            </a:lvl7pPr>
            <a:lvl8pPr>
              <a:defRPr sz="1125" b="1">
                <a:solidFill>
                  <a:srgbClr val="24334A"/>
                </a:solidFill>
              </a:defRPr>
            </a:lvl8pPr>
            <a:lvl9pPr>
              <a:defRPr sz="112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4334A"/>
                </a:solidFill>
              </a:defRPr>
            </a:pPr>
            <a:r>
              <a:rPr sz="1125" b="1">
                <a:solidFill>
                  <a:srgbClr val="24334A"/>
                </a:solidFill>
              </a:rPr>
              <a:t>Peran siswa: aktif mencoba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779C70-CC95-4FFD-A251-4D76F76D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86375"/>
            <a:ext cx="18097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4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CC525A-6A14-4B22-B2E1-38CE5146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34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24334A"/>
                </a:solidFill>
              </a:defRPr>
            </a:defPPr>
            <a:lvl1pPr>
              <a:defRPr sz="1125" b="1">
                <a:solidFill>
                  <a:srgbClr val="24334A"/>
                </a:solidFill>
              </a:defRPr>
            </a:lvl1pPr>
            <a:lvl2pPr>
              <a:defRPr sz="1125" b="1">
                <a:solidFill>
                  <a:srgbClr val="24334A"/>
                </a:solidFill>
              </a:defRPr>
            </a:lvl2pPr>
            <a:lvl3pPr>
              <a:defRPr sz="1125" b="1">
                <a:solidFill>
                  <a:srgbClr val="24334A"/>
                </a:solidFill>
              </a:defRPr>
            </a:lvl3pPr>
            <a:lvl4pPr>
              <a:defRPr sz="1125" b="1">
                <a:solidFill>
                  <a:srgbClr val="24334A"/>
                </a:solidFill>
              </a:defRPr>
            </a:lvl4pPr>
            <a:lvl5pPr>
              <a:defRPr sz="1125" b="1">
                <a:solidFill>
                  <a:srgbClr val="24334A"/>
                </a:solidFill>
              </a:defRPr>
            </a:lvl5pPr>
            <a:lvl6pPr>
              <a:defRPr sz="1125" b="1">
                <a:solidFill>
                  <a:srgbClr val="24334A"/>
                </a:solidFill>
              </a:defRPr>
            </a:lvl6pPr>
            <a:lvl7pPr>
              <a:defRPr sz="1125" b="1">
                <a:solidFill>
                  <a:srgbClr val="24334A"/>
                </a:solidFill>
              </a:defRPr>
            </a:lvl7pPr>
            <a:lvl8pPr>
              <a:defRPr sz="1125" b="1">
                <a:solidFill>
                  <a:srgbClr val="24334A"/>
                </a:solidFill>
              </a:defRPr>
            </a:lvl8pPr>
            <a:lvl9pPr>
              <a:defRPr sz="112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4334A"/>
                </a:solidFill>
              </a:defRPr>
            </a:pPr>
            <a:r>
              <a:rPr sz="1125" b="1">
                <a:solidFill>
                  <a:srgbClr val="24334A"/>
                </a:solidFill>
              </a:rPr>
              <a:t>Penutup: refleksi lisan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36121C-06B7-4514-A662-8AA8ACD9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57386"/>
                </a:solidFill>
              </a:defRPr>
            </a:defPPr>
            <a:lvl1pPr>
              <a:defRPr sz="900" b="0">
                <a:solidFill>
                  <a:srgbClr val="657386"/>
                </a:solidFill>
              </a:defRPr>
            </a:lvl1pPr>
            <a:lvl2pPr>
              <a:defRPr sz="900" b="0">
                <a:solidFill>
                  <a:srgbClr val="657386"/>
                </a:solidFill>
              </a:defRPr>
            </a:lvl2pPr>
            <a:lvl3pPr>
              <a:defRPr sz="900" b="0">
                <a:solidFill>
                  <a:srgbClr val="657386"/>
                </a:solidFill>
              </a:defRPr>
            </a:lvl3pPr>
            <a:lvl4pPr>
              <a:defRPr sz="900" b="0">
                <a:solidFill>
                  <a:srgbClr val="657386"/>
                </a:solidFill>
              </a:defRPr>
            </a:lvl4pPr>
            <a:lvl5pPr>
              <a:defRPr sz="900" b="0">
                <a:solidFill>
                  <a:srgbClr val="657386"/>
                </a:solidFill>
              </a:defRPr>
            </a:lvl5pPr>
            <a:lvl6pPr>
              <a:defRPr sz="900" b="0">
                <a:solidFill>
                  <a:srgbClr val="657386"/>
                </a:solidFill>
              </a:defRPr>
            </a:lvl6pPr>
            <a:lvl7pPr>
              <a:defRPr sz="900" b="0">
                <a:solidFill>
                  <a:srgbClr val="657386"/>
                </a:solidFill>
              </a:defRPr>
            </a:lvl7pPr>
            <a:lvl8pPr>
              <a:defRPr sz="900" b="0">
                <a:solidFill>
                  <a:srgbClr val="657386"/>
                </a:solidFill>
              </a:defRPr>
            </a:lvl8pPr>
            <a:lvl9pPr>
              <a:defRPr sz="9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Karya Inovatif PPG Calon Guru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8810A0-9A5F-4DD6-8A6C-3DC9776D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484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57386"/>
                </a:solidFill>
              </a:defRPr>
            </a:defPPr>
            <a:lvl1pPr>
              <a:defRPr sz="900" b="1">
                <a:solidFill>
                  <a:srgbClr val="657386"/>
                </a:solidFill>
              </a:defRPr>
            </a:lvl1pPr>
            <a:lvl2pPr>
              <a:defRPr sz="900" b="1">
                <a:solidFill>
                  <a:srgbClr val="657386"/>
                </a:solidFill>
              </a:defRPr>
            </a:lvl2pPr>
            <a:lvl3pPr>
              <a:defRPr sz="900" b="1">
                <a:solidFill>
                  <a:srgbClr val="657386"/>
                </a:solidFill>
              </a:defRPr>
            </a:lvl3pPr>
            <a:lvl4pPr>
              <a:defRPr sz="900" b="1">
                <a:solidFill>
                  <a:srgbClr val="657386"/>
                </a:solidFill>
              </a:defRPr>
            </a:lvl4pPr>
            <a:lvl5pPr>
              <a:defRPr sz="900" b="1">
                <a:solidFill>
                  <a:srgbClr val="657386"/>
                </a:solidFill>
              </a:defRPr>
            </a:lvl5pPr>
            <a:lvl6pPr>
              <a:defRPr sz="900" b="1">
                <a:solidFill>
                  <a:srgbClr val="657386"/>
                </a:solidFill>
              </a:defRPr>
            </a:lvl6pPr>
            <a:lvl7pPr>
              <a:defRPr sz="900" b="1">
                <a:solidFill>
                  <a:srgbClr val="657386"/>
                </a:solidFill>
              </a:defRPr>
            </a:lvl7pPr>
            <a:lvl8pPr>
              <a:defRPr sz="900" b="1">
                <a:solidFill>
                  <a:srgbClr val="657386"/>
                </a:solidFill>
              </a:defRPr>
            </a:lvl8pPr>
            <a:lvl9pPr>
              <a:defRPr sz="900" b="1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57386"/>
                </a:solidFill>
              </a:defRPr>
            </a:pPr>
            <a:r>
              <a:rPr sz="900" b="1">
                <a:solidFill>
                  <a:srgbClr val="65738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422951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BCBA6-0DD6-4A2B-8223-C2F79279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654D9"/>
                </a:solidFill>
              </a:defRPr>
            </a:defPPr>
            <a:lvl1pPr>
              <a:defRPr sz="1050" b="1">
                <a:solidFill>
                  <a:srgbClr val="7654D9"/>
                </a:solidFill>
              </a:defRPr>
            </a:lvl1pPr>
            <a:lvl2pPr>
              <a:defRPr sz="1050" b="1">
                <a:solidFill>
                  <a:srgbClr val="7654D9"/>
                </a:solidFill>
              </a:defRPr>
            </a:lvl2pPr>
            <a:lvl3pPr>
              <a:defRPr sz="1050" b="1">
                <a:solidFill>
                  <a:srgbClr val="7654D9"/>
                </a:solidFill>
              </a:defRPr>
            </a:lvl3pPr>
            <a:lvl4pPr>
              <a:defRPr sz="1050" b="1">
                <a:solidFill>
                  <a:srgbClr val="7654D9"/>
                </a:solidFill>
              </a:defRPr>
            </a:lvl4pPr>
            <a:lvl5pPr>
              <a:defRPr sz="1050" b="1">
                <a:solidFill>
                  <a:srgbClr val="7654D9"/>
                </a:solidFill>
              </a:defRPr>
            </a:lvl5pPr>
            <a:lvl6pPr>
              <a:defRPr sz="1050" b="1">
                <a:solidFill>
                  <a:srgbClr val="7654D9"/>
                </a:solidFill>
              </a:defRPr>
            </a:lvl6pPr>
            <a:lvl7pPr>
              <a:defRPr sz="1050" b="1">
                <a:solidFill>
                  <a:srgbClr val="7654D9"/>
                </a:solidFill>
              </a:defRPr>
            </a:lvl7pPr>
            <a:lvl8pPr>
              <a:defRPr sz="1050" b="1">
                <a:solidFill>
                  <a:srgbClr val="7654D9"/>
                </a:solidFill>
              </a:defRPr>
            </a:lvl8pPr>
            <a:lvl9pPr>
              <a:defRPr sz="10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654D9"/>
                </a:solidFill>
              </a:defRPr>
            </a:pPr>
            <a:r>
              <a:rPr sz="1050" b="1">
                <a:solidFill>
                  <a:srgbClr val="7654D9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47066-FAF7-40C4-8A32-2A010C8A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4334A"/>
                </a:solidFill>
              </a:defRPr>
            </a:defPPr>
            <a:lvl1pPr>
              <a:defRPr sz="2400" b="1">
                <a:solidFill>
                  <a:srgbClr val="24334A"/>
                </a:solidFill>
              </a:defRPr>
            </a:lvl1pPr>
            <a:lvl2pPr>
              <a:defRPr sz="2400" b="1">
                <a:solidFill>
                  <a:srgbClr val="24334A"/>
                </a:solidFill>
              </a:defRPr>
            </a:lvl2pPr>
            <a:lvl3pPr>
              <a:defRPr sz="2400" b="1">
                <a:solidFill>
                  <a:srgbClr val="24334A"/>
                </a:solidFill>
              </a:defRPr>
            </a:lvl3pPr>
            <a:lvl4pPr>
              <a:defRPr sz="2400" b="1">
                <a:solidFill>
                  <a:srgbClr val="24334A"/>
                </a:solidFill>
              </a:defRPr>
            </a:lvl4pPr>
            <a:lvl5pPr>
              <a:defRPr sz="2400" b="1">
                <a:solidFill>
                  <a:srgbClr val="24334A"/>
                </a:solidFill>
              </a:defRPr>
            </a:lvl5pPr>
            <a:lvl6pPr>
              <a:defRPr sz="2400" b="1">
                <a:solidFill>
                  <a:srgbClr val="24334A"/>
                </a:solidFill>
              </a:defRPr>
            </a:lvl6pPr>
            <a:lvl7pPr>
              <a:defRPr sz="2400" b="1">
                <a:solidFill>
                  <a:srgbClr val="24334A"/>
                </a:solidFill>
              </a:defRPr>
            </a:lvl7pPr>
            <a:lvl8pPr>
              <a:defRPr sz="2400" b="1">
                <a:solidFill>
                  <a:srgbClr val="24334A"/>
                </a:solidFill>
              </a:defRPr>
            </a:lvl8pPr>
            <a:lvl9pPr>
              <a:defRPr sz="240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34A"/>
                </a:solidFill>
              </a:defRPr>
            </a:pPr>
            <a:r>
              <a:rPr sz="2400" b="1">
                <a:solidFill>
                  <a:srgbClr val="24334A"/>
                </a:solidFill>
              </a:rPr>
              <a:t>Fitur Utama: Dino Warna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5C584-1764-4AF9-9DBC-00DE811B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386"/>
                </a:solidFill>
              </a:defRPr>
            </a:defPPr>
            <a:lvl1pPr>
              <a:defRPr sz="1350" b="0">
                <a:solidFill>
                  <a:srgbClr val="657386"/>
                </a:solidFill>
              </a:defRPr>
            </a:lvl1pPr>
            <a:lvl2pPr>
              <a:defRPr sz="1350" b="0">
                <a:solidFill>
                  <a:srgbClr val="657386"/>
                </a:solidFill>
              </a:defRPr>
            </a:lvl2pPr>
            <a:lvl3pPr>
              <a:defRPr sz="1350" b="0">
                <a:solidFill>
                  <a:srgbClr val="657386"/>
                </a:solidFill>
              </a:defRPr>
            </a:lvl3pPr>
            <a:lvl4pPr>
              <a:defRPr sz="1350" b="0">
                <a:solidFill>
                  <a:srgbClr val="657386"/>
                </a:solidFill>
              </a:defRPr>
            </a:lvl4pPr>
            <a:lvl5pPr>
              <a:defRPr sz="1350" b="0">
                <a:solidFill>
                  <a:srgbClr val="657386"/>
                </a:solidFill>
              </a:defRPr>
            </a:lvl5pPr>
            <a:lvl6pPr>
              <a:defRPr sz="1350" b="0">
                <a:solidFill>
                  <a:srgbClr val="657386"/>
                </a:solidFill>
              </a:defRPr>
            </a:lvl6pPr>
            <a:lvl7pPr>
              <a:defRPr sz="1350" b="0">
                <a:solidFill>
                  <a:srgbClr val="657386"/>
                </a:solidFill>
              </a:defRPr>
            </a:lvl7pPr>
            <a:lvl8pPr>
              <a:defRPr sz="1350" b="0">
                <a:solidFill>
                  <a:srgbClr val="657386"/>
                </a:solidFill>
              </a:defRPr>
            </a:lvl8pPr>
            <a:lvl9pPr>
              <a:defRPr sz="135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Mewarnai gambar hasil generasi ilustrasi dengan bidang besar dan garis tertutup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F1715-0054-486A-8B0F-B73CB642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4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4B43D-B3E3-4F1B-916F-A3BF97FFEE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566695726417f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133600"/>
            <a:ext cx="6572250" cy="3695700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C4670-CDA4-4BB6-A858-8A7A9E72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3143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09C51-8265-49C8-8104-457D00D5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00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4334A"/>
                </a:solidFill>
              </a:defRPr>
            </a:defPPr>
            <a:lvl1pPr>
              <a:defRPr sz="1575" b="1">
                <a:solidFill>
                  <a:srgbClr val="24334A"/>
                </a:solidFill>
              </a:defRPr>
            </a:lvl1pPr>
            <a:lvl2pPr>
              <a:defRPr sz="1575" b="1">
                <a:solidFill>
                  <a:srgbClr val="24334A"/>
                </a:solidFill>
              </a:defRPr>
            </a:lvl2pPr>
            <a:lvl3pPr>
              <a:defRPr sz="1575" b="1">
                <a:solidFill>
                  <a:srgbClr val="24334A"/>
                </a:solidFill>
              </a:defRPr>
            </a:lvl3pPr>
            <a:lvl4pPr>
              <a:defRPr sz="1575" b="1">
                <a:solidFill>
                  <a:srgbClr val="24334A"/>
                </a:solidFill>
              </a:defRPr>
            </a:lvl4pPr>
            <a:lvl5pPr>
              <a:defRPr sz="1575" b="1">
                <a:solidFill>
                  <a:srgbClr val="24334A"/>
                </a:solidFill>
              </a:defRPr>
            </a:lvl5pPr>
            <a:lvl6pPr>
              <a:defRPr sz="1575" b="1">
                <a:solidFill>
                  <a:srgbClr val="24334A"/>
                </a:solidFill>
              </a:defRPr>
            </a:lvl6pPr>
            <a:lvl7pPr>
              <a:defRPr sz="1575" b="1">
                <a:solidFill>
                  <a:srgbClr val="24334A"/>
                </a:solidFill>
              </a:defRPr>
            </a:lvl7pPr>
            <a:lvl8pPr>
              <a:defRPr sz="1575" b="1">
                <a:solidFill>
                  <a:srgbClr val="24334A"/>
                </a:solidFill>
              </a:defRPr>
            </a:lvl8pPr>
            <a:lvl9pPr>
              <a:defRPr sz="157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34A"/>
                </a:solidFill>
              </a:defRPr>
            </a:pPr>
            <a:r>
              <a:rPr sz="1575" b="1">
                <a:solidFill>
                  <a:srgbClr val="24334A"/>
                </a:solidFill>
              </a:rPr>
              <a:t>Pilih palet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E358A-ADF0-4C5F-ADCA-45FF524E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67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386"/>
                </a:solidFill>
              </a:defRPr>
            </a:defPPr>
            <a:lvl1pPr>
              <a:defRPr sz="1200" b="0">
                <a:solidFill>
                  <a:srgbClr val="657386"/>
                </a:solidFill>
              </a:defRPr>
            </a:lvl1pPr>
            <a:lvl2pPr>
              <a:defRPr sz="1200" b="0">
                <a:solidFill>
                  <a:srgbClr val="657386"/>
                </a:solidFill>
              </a:defRPr>
            </a:lvl2pPr>
            <a:lvl3pPr>
              <a:defRPr sz="1200" b="0">
                <a:solidFill>
                  <a:srgbClr val="657386"/>
                </a:solidFill>
              </a:defRPr>
            </a:lvl3pPr>
            <a:lvl4pPr>
              <a:defRPr sz="1200" b="0">
                <a:solidFill>
                  <a:srgbClr val="657386"/>
                </a:solidFill>
              </a:defRPr>
            </a:lvl4pPr>
            <a:lvl5pPr>
              <a:defRPr sz="1200" b="0">
                <a:solidFill>
                  <a:srgbClr val="657386"/>
                </a:solidFill>
              </a:defRPr>
            </a:lvl5pPr>
            <a:lvl6pPr>
              <a:defRPr sz="1200" b="0">
                <a:solidFill>
                  <a:srgbClr val="657386"/>
                </a:solidFill>
              </a:defRPr>
            </a:lvl6pPr>
            <a:lvl7pPr>
              <a:defRPr sz="1200" b="0">
                <a:solidFill>
                  <a:srgbClr val="657386"/>
                </a:solidFill>
              </a:defRPr>
            </a:lvl7pPr>
            <a:lvl8pPr>
              <a:defRPr sz="1200" b="0">
                <a:solidFill>
                  <a:srgbClr val="657386"/>
                </a:solidFill>
              </a:defRPr>
            </a:lvl8pPr>
            <a:lvl9pPr>
              <a:defRPr sz="12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386"/>
                </a:solidFill>
              </a:defRPr>
            </a:pPr>
            <a:r>
              <a:rPr sz="1200" b="0">
                <a:solidFill>
                  <a:srgbClr val="657386"/>
                </a:solidFill>
              </a:rPr>
              <a:t>6 warna untuk kesan hangat dan sejuk.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825E5-8848-4CD6-B796-1FC19449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3143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2146B-FDDC-463B-B7E7-0319D191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194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4334A"/>
                </a:solidFill>
              </a:defRPr>
            </a:defPPr>
            <a:lvl1pPr>
              <a:defRPr sz="1575" b="1">
                <a:solidFill>
                  <a:srgbClr val="24334A"/>
                </a:solidFill>
              </a:defRPr>
            </a:lvl1pPr>
            <a:lvl2pPr>
              <a:defRPr sz="1575" b="1">
                <a:solidFill>
                  <a:srgbClr val="24334A"/>
                </a:solidFill>
              </a:defRPr>
            </a:lvl2pPr>
            <a:lvl3pPr>
              <a:defRPr sz="1575" b="1">
                <a:solidFill>
                  <a:srgbClr val="24334A"/>
                </a:solidFill>
              </a:defRPr>
            </a:lvl3pPr>
            <a:lvl4pPr>
              <a:defRPr sz="1575" b="1">
                <a:solidFill>
                  <a:srgbClr val="24334A"/>
                </a:solidFill>
              </a:defRPr>
            </a:lvl4pPr>
            <a:lvl5pPr>
              <a:defRPr sz="1575" b="1">
                <a:solidFill>
                  <a:srgbClr val="24334A"/>
                </a:solidFill>
              </a:defRPr>
            </a:lvl5pPr>
            <a:lvl6pPr>
              <a:defRPr sz="1575" b="1">
                <a:solidFill>
                  <a:srgbClr val="24334A"/>
                </a:solidFill>
              </a:defRPr>
            </a:lvl6pPr>
            <a:lvl7pPr>
              <a:defRPr sz="1575" b="1">
                <a:solidFill>
                  <a:srgbClr val="24334A"/>
                </a:solidFill>
              </a:defRPr>
            </a:lvl7pPr>
            <a:lvl8pPr>
              <a:defRPr sz="1575" b="1">
                <a:solidFill>
                  <a:srgbClr val="24334A"/>
                </a:solidFill>
              </a:defRPr>
            </a:lvl8pPr>
            <a:lvl9pPr>
              <a:defRPr sz="157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34A"/>
                </a:solidFill>
              </a:defRPr>
            </a:pPr>
            <a:r>
              <a:rPr sz="1575" b="1">
                <a:solidFill>
                  <a:srgbClr val="24334A"/>
                </a:solidFill>
              </a:rPr>
              <a:t>Ketuk bidang gambar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54A5B-D61B-4A7E-AF20-5FDF9FDE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861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386"/>
                </a:solidFill>
              </a:defRPr>
            </a:defPPr>
            <a:lvl1pPr>
              <a:defRPr sz="1200" b="0">
                <a:solidFill>
                  <a:srgbClr val="657386"/>
                </a:solidFill>
              </a:defRPr>
            </a:lvl1pPr>
            <a:lvl2pPr>
              <a:defRPr sz="1200" b="0">
                <a:solidFill>
                  <a:srgbClr val="657386"/>
                </a:solidFill>
              </a:defRPr>
            </a:lvl2pPr>
            <a:lvl3pPr>
              <a:defRPr sz="1200" b="0">
                <a:solidFill>
                  <a:srgbClr val="657386"/>
                </a:solidFill>
              </a:defRPr>
            </a:lvl3pPr>
            <a:lvl4pPr>
              <a:defRPr sz="1200" b="0">
                <a:solidFill>
                  <a:srgbClr val="657386"/>
                </a:solidFill>
              </a:defRPr>
            </a:lvl4pPr>
            <a:lvl5pPr>
              <a:defRPr sz="1200" b="0">
                <a:solidFill>
                  <a:srgbClr val="657386"/>
                </a:solidFill>
              </a:defRPr>
            </a:lvl5pPr>
            <a:lvl6pPr>
              <a:defRPr sz="1200" b="0">
                <a:solidFill>
                  <a:srgbClr val="657386"/>
                </a:solidFill>
              </a:defRPr>
            </a:lvl6pPr>
            <a:lvl7pPr>
              <a:defRPr sz="1200" b="0">
                <a:solidFill>
                  <a:srgbClr val="657386"/>
                </a:solidFill>
              </a:defRPr>
            </a:lvl7pPr>
            <a:lvl8pPr>
              <a:defRPr sz="1200" b="0">
                <a:solidFill>
                  <a:srgbClr val="657386"/>
                </a:solidFill>
              </a:defRPr>
            </a:lvl8pPr>
            <a:lvl9pPr>
              <a:defRPr sz="12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386"/>
                </a:solidFill>
              </a:defRPr>
            </a:pPr>
            <a:r>
              <a:rPr sz="1200" b="0">
                <a:solidFill>
                  <a:srgbClr val="657386"/>
                </a:solidFill>
              </a:rPr>
              <a:t>Warna berhenti di garis agar tidak bocor.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DE05D-6A95-4F0C-88FA-F020988E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76725"/>
            <a:ext cx="3143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46862-EAD1-4F35-A8F0-E2BC1760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38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4334A"/>
                </a:solidFill>
              </a:defRPr>
            </a:defPPr>
            <a:lvl1pPr>
              <a:defRPr sz="1575" b="1">
                <a:solidFill>
                  <a:srgbClr val="24334A"/>
                </a:solidFill>
              </a:defRPr>
            </a:lvl1pPr>
            <a:lvl2pPr>
              <a:defRPr sz="1575" b="1">
                <a:solidFill>
                  <a:srgbClr val="24334A"/>
                </a:solidFill>
              </a:defRPr>
            </a:lvl2pPr>
            <a:lvl3pPr>
              <a:defRPr sz="1575" b="1">
                <a:solidFill>
                  <a:srgbClr val="24334A"/>
                </a:solidFill>
              </a:defRPr>
            </a:lvl3pPr>
            <a:lvl4pPr>
              <a:defRPr sz="1575" b="1">
                <a:solidFill>
                  <a:srgbClr val="24334A"/>
                </a:solidFill>
              </a:defRPr>
            </a:lvl4pPr>
            <a:lvl5pPr>
              <a:defRPr sz="1575" b="1">
                <a:solidFill>
                  <a:srgbClr val="24334A"/>
                </a:solidFill>
              </a:defRPr>
            </a:lvl5pPr>
            <a:lvl6pPr>
              <a:defRPr sz="1575" b="1">
                <a:solidFill>
                  <a:srgbClr val="24334A"/>
                </a:solidFill>
              </a:defRPr>
            </a:lvl6pPr>
            <a:lvl7pPr>
              <a:defRPr sz="1575" b="1">
                <a:solidFill>
                  <a:srgbClr val="24334A"/>
                </a:solidFill>
              </a:defRPr>
            </a:lvl7pPr>
            <a:lvl8pPr>
              <a:defRPr sz="1575" b="1">
                <a:solidFill>
                  <a:srgbClr val="24334A"/>
                </a:solidFill>
              </a:defRPr>
            </a:lvl8pPr>
            <a:lvl9pPr>
              <a:defRPr sz="157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34A"/>
                </a:solidFill>
              </a:defRPr>
            </a:pPr>
            <a:r>
              <a:rPr sz="1575" b="1">
                <a:solidFill>
                  <a:srgbClr val="24334A"/>
                </a:solidFill>
              </a:rPr>
              <a:t>Simpan karya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3B376-F81F-441F-B5C6-78EE3691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053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386"/>
                </a:solidFill>
              </a:defRPr>
            </a:defPPr>
            <a:lvl1pPr>
              <a:defRPr sz="1200" b="0">
                <a:solidFill>
                  <a:srgbClr val="657386"/>
                </a:solidFill>
              </a:defRPr>
            </a:lvl1pPr>
            <a:lvl2pPr>
              <a:defRPr sz="1200" b="0">
                <a:solidFill>
                  <a:srgbClr val="657386"/>
                </a:solidFill>
              </a:defRPr>
            </a:lvl2pPr>
            <a:lvl3pPr>
              <a:defRPr sz="1200" b="0">
                <a:solidFill>
                  <a:srgbClr val="657386"/>
                </a:solidFill>
              </a:defRPr>
            </a:lvl3pPr>
            <a:lvl4pPr>
              <a:defRPr sz="1200" b="0">
                <a:solidFill>
                  <a:srgbClr val="657386"/>
                </a:solidFill>
              </a:defRPr>
            </a:lvl4pPr>
            <a:lvl5pPr>
              <a:defRPr sz="1200" b="0">
                <a:solidFill>
                  <a:srgbClr val="657386"/>
                </a:solidFill>
              </a:defRPr>
            </a:lvl5pPr>
            <a:lvl6pPr>
              <a:defRPr sz="1200" b="0">
                <a:solidFill>
                  <a:srgbClr val="657386"/>
                </a:solidFill>
              </a:defRPr>
            </a:lvl6pPr>
            <a:lvl7pPr>
              <a:defRPr sz="1200" b="0">
                <a:solidFill>
                  <a:srgbClr val="657386"/>
                </a:solidFill>
              </a:defRPr>
            </a:lvl7pPr>
            <a:lvl8pPr>
              <a:defRPr sz="1200" b="0">
                <a:solidFill>
                  <a:srgbClr val="657386"/>
                </a:solidFill>
              </a:defRPr>
            </a:lvl8pPr>
            <a:lvl9pPr>
              <a:defRPr sz="12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386"/>
                </a:solidFill>
              </a:defRPr>
            </a:pPr>
            <a:r>
              <a:rPr sz="1200" b="0">
                <a:solidFill>
                  <a:srgbClr val="657386"/>
                </a:solidFill>
              </a:rPr>
              <a:t>Hasil dapat diunduh sebagai PNG.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19A9F-3673-47B8-B0FD-DA52C977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911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57386"/>
                </a:solidFill>
              </a:defRPr>
            </a:defPPr>
            <a:lvl1pPr>
              <a:defRPr sz="1275" b="0">
                <a:solidFill>
                  <a:srgbClr val="657386"/>
                </a:solidFill>
              </a:defRPr>
            </a:lvl1pPr>
            <a:lvl2pPr>
              <a:defRPr sz="1275" b="0">
                <a:solidFill>
                  <a:srgbClr val="657386"/>
                </a:solidFill>
              </a:defRPr>
            </a:lvl2pPr>
            <a:lvl3pPr>
              <a:defRPr sz="1275" b="0">
                <a:solidFill>
                  <a:srgbClr val="657386"/>
                </a:solidFill>
              </a:defRPr>
            </a:lvl3pPr>
            <a:lvl4pPr>
              <a:defRPr sz="1275" b="0">
                <a:solidFill>
                  <a:srgbClr val="657386"/>
                </a:solidFill>
              </a:defRPr>
            </a:lvl4pPr>
            <a:lvl5pPr>
              <a:defRPr sz="1275" b="0">
                <a:solidFill>
                  <a:srgbClr val="657386"/>
                </a:solidFill>
              </a:defRPr>
            </a:lvl5pPr>
            <a:lvl6pPr>
              <a:defRPr sz="1275" b="0">
                <a:solidFill>
                  <a:srgbClr val="657386"/>
                </a:solidFill>
              </a:defRPr>
            </a:lvl6pPr>
            <a:lvl7pPr>
              <a:defRPr sz="1275" b="0">
                <a:solidFill>
                  <a:srgbClr val="657386"/>
                </a:solidFill>
              </a:defRPr>
            </a:lvl7pPr>
            <a:lvl8pPr>
              <a:defRPr sz="1275" b="0">
                <a:solidFill>
                  <a:srgbClr val="657386"/>
                </a:solidFill>
              </a:defRPr>
            </a:lvl8pPr>
            <a:lvl9pPr>
              <a:defRPr sz="1275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386"/>
                </a:solidFill>
              </a:defRPr>
            </a:pPr>
            <a:r>
              <a:rPr sz="1275" b="0">
                <a:solidFill>
                  <a:srgbClr val="657386"/>
                </a:solidFill>
              </a:rPr>
              <a:t>Media menyimpan warna otomatis pada browser perangkat yang sama.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0A81E-6746-46F5-8EC1-1F34516A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57386"/>
                </a:solidFill>
              </a:defRPr>
            </a:defPPr>
            <a:lvl1pPr>
              <a:defRPr sz="900" b="0">
                <a:solidFill>
                  <a:srgbClr val="657386"/>
                </a:solidFill>
              </a:defRPr>
            </a:lvl1pPr>
            <a:lvl2pPr>
              <a:defRPr sz="900" b="0">
                <a:solidFill>
                  <a:srgbClr val="657386"/>
                </a:solidFill>
              </a:defRPr>
            </a:lvl2pPr>
            <a:lvl3pPr>
              <a:defRPr sz="900" b="0">
                <a:solidFill>
                  <a:srgbClr val="657386"/>
                </a:solidFill>
              </a:defRPr>
            </a:lvl3pPr>
            <a:lvl4pPr>
              <a:defRPr sz="900" b="0">
                <a:solidFill>
                  <a:srgbClr val="657386"/>
                </a:solidFill>
              </a:defRPr>
            </a:lvl4pPr>
            <a:lvl5pPr>
              <a:defRPr sz="900" b="0">
                <a:solidFill>
                  <a:srgbClr val="657386"/>
                </a:solidFill>
              </a:defRPr>
            </a:lvl5pPr>
            <a:lvl6pPr>
              <a:defRPr sz="900" b="0">
                <a:solidFill>
                  <a:srgbClr val="657386"/>
                </a:solidFill>
              </a:defRPr>
            </a:lvl6pPr>
            <a:lvl7pPr>
              <a:defRPr sz="900" b="0">
                <a:solidFill>
                  <a:srgbClr val="657386"/>
                </a:solidFill>
              </a:defRPr>
            </a:lvl7pPr>
            <a:lvl8pPr>
              <a:defRPr sz="900" b="0">
                <a:solidFill>
                  <a:srgbClr val="657386"/>
                </a:solidFill>
              </a:defRPr>
            </a:lvl8pPr>
            <a:lvl9pPr>
              <a:defRPr sz="9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Karya Inovatif PPG Calon Guru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E38181-B483-49D6-8B69-4DBFDEC6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484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57386"/>
                </a:solidFill>
              </a:defRPr>
            </a:defPPr>
            <a:lvl1pPr>
              <a:defRPr sz="900" b="1">
                <a:solidFill>
                  <a:srgbClr val="657386"/>
                </a:solidFill>
              </a:defRPr>
            </a:lvl1pPr>
            <a:lvl2pPr>
              <a:defRPr sz="900" b="1">
                <a:solidFill>
                  <a:srgbClr val="657386"/>
                </a:solidFill>
              </a:defRPr>
            </a:lvl2pPr>
            <a:lvl3pPr>
              <a:defRPr sz="900" b="1">
                <a:solidFill>
                  <a:srgbClr val="657386"/>
                </a:solidFill>
              </a:defRPr>
            </a:lvl3pPr>
            <a:lvl4pPr>
              <a:defRPr sz="900" b="1">
                <a:solidFill>
                  <a:srgbClr val="657386"/>
                </a:solidFill>
              </a:defRPr>
            </a:lvl4pPr>
            <a:lvl5pPr>
              <a:defRPr sz="900" b="1">
                <a:solidFill>
                  <a:srgbClr val="657386"/>
                </a:solidFill>
              </a:defRPr>
            </a:lvl5pPr>
            <a:lvl6pPr>
              <a:defRPr sz="900" b="1">
                <a:solidFill>
                  <a:srgbClr val="657386"/>
                </a:solidFill>
              </a:defRPr>
            </a:lvl6pPr>
            <a:lvl7pPr>
              <a:defRPr sz="900" b="1">
                <a:solidFill>
                  <a:srgbClr val="657386"/>
                </a:solidFill>
              </a:defRPr>
            </a:lvl7pPr>
            <a:lvl8pPr>
              <a:defRPr sz="900" b="1">
                <a:solidFill>
                  <a:srgbClr val="657386"/>
                </a:solidFill>
              </a:defRPr>
            </a:lvl8pPr>
            <a:lvl9pPr>
              <a:defRPr sz="900" b="1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57386"/>
                </a:solidFill>
              </a:defRPr>
            </a:pPr>
            <a:r>
              <a:rPr sz="900" b="1">
                <a:solidFill>
                  <a:srgbClr val="65738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44521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BAF07-593C-4C07-B133-9F12CC8B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654D9"/>
                </a:solidFill>
              </a:defRPr>
            </a:defPPr>
            <a:lvl1pPr>
              <a:defRPr sz="1050" b="1">
                <a:solidFill>
                  <a:srgbClr val="7654D9"/>
                </a:solidFill>
              </a:defRPr>
            </a:lvl1pPr>
            <a:lvl2pPr>
              <a:defRPr sz="1050" b="1">
                <a:solidFill>
                  <a:srgbClr val="7654D9"/>
                </a:solidFill>
              </a:defRPr>
            </a:lvl2pPr>
            <a:lvl3pPr>
              <a:defRPr sz="1050" b="1">
                <a:solidFill>
                  <a:srgbClr val="7654D9"/>
                </a:solidFill>
              </a:defRPr>
            </a:lvl3pPr>
            <a:lvl4pPr>
              <a:defRPr sz="1050" b="1">
                <a:solidFill>
                  <a:srgbClr val="7654D9"/>
                </a:solidFill>
              </a:defRPr>
            </a:lvl4pPr>
            <a:lvl5pPr>
              <a:defRPr sz="1050" b="1">
                <a:solidFill>
                  <a:srgbClr val="7654D9"/>
                </a:solidFill>
              </a:defRPr>
            </a:lvl5pPr>
            <a:lvl6pPr>
              <a:defRPr sz="1050" b="1">
                <a:solidFill>
                  <a:srgbClr val="7654D9"/>
                </a:solidFill>
              </a:defRPr>
            </a:lvl6pPr>
            <a:lvl7pPr>
              <a:defRPr sz="1050" b="1">
                <a:solidFill>
                  <a:srgbClr val="7654D9"/>
                </a:solidFill>
              </a:defRPr>
            </a:lvl7pPr>
            <a:lvl8pPr>
              <a:defRPr sz="1050" b="1">
                <a:solidFill>
                  <a:srgbClr val="7654D9"/>
                </a:solidFill>
              </a:defRPr>
            </a:lvl8pPr>
            <a:lvl9pPr>
              <a:defRPr sz="10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654D9"/>
                </a:solidFill>
              </a:defRPr>
            </a:pPr>
            <a:r>
              <a:rPr sz="1050" b="1">
                <a:solidFill>
                  <a:srgbClr val="7654D9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CC8D5-978A-4B4A-A1F5-604E8C81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4334A"/>
                </a:solidFill>
              </a:defRPr>
            </a:defPPr>
            <a:lvl1pPr>
              <a:defRPr sz="2400" b="1">
                <a:solidFill>
                  <a:srgbClr val="24334A"/>
                </a:solidFill>
              </a:defRPr>
            </a:lvl1pPr>
            <a:lvl2pPr>
              <a:defRPr sz="2400" b="1">
                <a:solidFill>
                  <a:srgbClr val="24334A"/>
                </a:solidFill>
              </a:defRPr>
            </a:lvl2pPr>
            <a:lvl3pPr>
              <a:defRPr sz="2400" b="1">
                <a:solidFill>
                  <a:srgbClr val="24334A"/>
                </a:solidFill>
              </a:defRPr>
            </a:lvl3pPr>
            <a:lvl4pPr>
              <a:defRPr sz="2400" b="1">
                <a:solidFill>
                  <a:srgbClr val="24334A"/>
                </a:solidFill>
              </a:defRPr>
            </a:lvl4pPr>
            <a:lvl5pPr>
              <a:defRPr sz="2400" b="1">
                <a:solidFill>
                  <a:srgbClr val="24334A"/>
                </a:solidFill>
              </a:defRPr>
            </a:lvl5pPr>
            <a:lvl6pPr>
              <a:defRPr sz="2400" b="1">
                <a:solidFill>
                  <a:srgbClr val="24334A"/>
                </a:solidFill>
              </a:defRPr>
            </a:lvl6pPr>
            <a:lvl7pPr>
              <a:defRPr sz="2400" b="1">
                <a:solidFill>
                  <a:srgbClr val="24334A"/>
                </a:solidFill>
              </a:defRPr>
            </a:lvl7pPr>
            <a:lvl8pPr>
              <a:defRPr sz="2400" b="1">
                <a:solidFill>
                  <a:srgbClr val="24334A"/>
                </a:solidFill>
              </a:defRPr>
            </a:lvl8pPr>
            <a:lvl9pPr>
              <a:defRPr sz="240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34A"/>
                </a:solidFill>
              </a:defRPr>
            </a:pPr>
            <a:r>
              <a:rPr sz="2400" b="1">
                <a:solidFill>
                  <a:srgbClr val="24334A"/>
                </a:solidFill>
              </a:rPr>
              <a:t>Nilai Inovasi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2F230-3989-4B78-A872-911ABA84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386"/>
                </a:solidFill>
              </a:defRPr>
            </a:defPPr>
            <a:lvl1pPr>
              <a:defRPr sz="1350" b="0">
                <a:solidFill>
                  <a:srgbClr val="657386"/>
                </a:solidFill>
              </a:defRPr>
            </a:lvl1pPr>
            <a:lvl2pPr>
              <a:defRPr sz="1350" b="0">
                <a:solidFill>
                  <a:srgbClr val="657386"/>
                </a:solidFill>
              </a:defRPr>
            </a:lvl2pPr>
            <a:lvl3pPr>
              <a:defRPr sz="1350" b="0">
                <a:solidFill>
                  <a:srgbClr val="657386"/>
                </a:solidFill>
              </a:defRPr>
            </a:lvl3pPr>
            <a:lvl4pPr>
              <a:defRPr sz="1350" b="0">
                <a:solidFill>
                  <a:srgbClr val="657386"/>
                </a:solidFill>
              </a:defRPr>
            </a:lvl4pPr>
            <a:lvl5pPr>
              <a:defRPr sz="1350" b="0">
                <a:solidFill>
                  <a:srgbClr val="657386"/>
                </a:solidFill>
              </a:defRPr>
            </a:lvl5pPr>
            <a:lvl6pPr>
              <a:defRPr sz="1350" b="0">
                <a:solidFill>
                  <a:srgbClr val="657386"/>
                </a:solidFill>
              </a:defRPr>
            </a:lvl6pPr>
            <a:lvl7pPr>
              <a:defRPr sz="1350" b="0">
                <a:solidFill>
                  <a:srgbClr val="657386"/>
                </a:solidFill>
              </a:defRPr>
            </a:lvl7pPr>
            <a:lvl8pPr>
              <a:defRPr sz="1350" b="0">
                <a:solidFill>
                  <a:srgbClr val="657386"/>
                </a:solidFill>
              </a:defRPr>
            </a:lvl8pPr>
            <a:lvl9pPr>
              <a:defRPr sz="135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Fitur digital diarahkan untuk membantu pembelajaran, bukan sekadar memindahkan gambar cetak ke layar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9F280-F488-482C-BCAB-380DE84A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1CAEA-5113-4D08-A584-F7FC5238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99060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F02F6-F839-40BB-BA88-A696807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4334A"/>
                </a:solidFill>
              </a:defRPr>
            </a:defPPr>
            <a:lvl1pPr>
              <a:defRPr sz="1575" b="1">
                <a:solidFill>
                  <a:srgbClr val="24334A"/>
                </a:solidFill>
              </a:defRPr>
            </a:lvl1pPr>
            <a:lvl2pPr>
              <a:defRPr sz="1575" b="1">
                <a:solidFill>
                  <a:srgbClr val="24334A"/>
                </a:solidFill>
              </a:defRPr>
            </a:lvl2pPr>
            <a:lvl3pPr>
              <a:defRPr sz="1575" b="1">
                <a:solidFill>
                  <a:srgbClr val="24334A"/>
                </a:solidFill>
              </a:defRPr>
            </a:lvl3pPr>
            <a:lvl4pPr>
              <a:defRPr sz="1575" b="1">
                <a:solidFill>
                  <a:srgbClr val="24334A"/>
                </a:solidFill>
              </a:defRPr>
            </a:lvl4pPr>
            <a:lvl5pPr>
              <a:defRPr sz="1575" b="1">
                <a:solidFill>
                  <a:srgbClr val="24334A"/>
                </a:solidFill>
              </a:defRPr>
            </a:lvl5pPr>
            <a:lvl6pPr>
              <a:defRPr sz="1575" b="1">
                <a:solidFill>
                  <a:srgbClr val="24334A"/>
                </a:solidFill>
              </a:defRPr>
            </a:lvl6pPr>
            <a:lvl7pPr>
              <a:defRPr sz="1575" b="1">
                <a:solidFill>
                  <a:srgbClr val="24334A"/>
                </a:solidFill>
              </a:defRPr>
            </a:lvl7pPr>
            <a:lvl8pPr>
              <a:defRPr sz="1575" b="1">
                <a:solidFill>
                  <a:srgbClr val="24334A"/>
                </a:solidFill>
              </a:defRPr>
            </a:lvl8pPr>
            <a:lvl9pPr>
              <a:defRPr sz="157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34A"/>
                </a:solidFill>
              </a:defRPr>
            </a:pPr>
            <a:r>
              <a:rPr sz="1575" b="1">
                <a:solidFill>
                  <a:srgbClr val="24334A"/>
                </a:solidFill>
              </a:rPr>
              <a:t>Bermain sambil belajar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BB27E-E660-42BC-A3F8-3F126477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57386"/>
                </a:solidFill>
              </a:defRPr>
            </a:defPPr>
            <a:lvl1pPr>
              <a:defRPr sz="1275" b="0">
                <a:solidFill>
                  <a:srgbClr val="657386"/>
                </a:solidFill>
              </a:defRPr>
            </a:lvl1pPr>
            <a:lvl2pPr>
              <a:defRPr sz="1275" b="0">
                <a:solidFill>
                  <a:srgbClr val="657386"/>
                </a:solidFill>
              </a:defRPr>
            </a:lvl2pPr>
            <a:lvl3pPr>
              <a:defRPr sz="1275" b="0">
                <a:solidFill>
                  <a:srgbClr val="657386"/>
                </a:solidFill>
              </a:defRPr>
            </a:lvl3pPr>
            <a:lvl4pPr>
              <a:defRPr sz="1275" b="0">
                <a:solidFill>
                  <a:srgbClr val="657386"/>
                </a:solidFill>
              </a:defRPr>
            </a:lvl4pPr>
            <a:lvl5pPr>
              <a:defRPr sz="1275" b="0">
                <a:solidFill>
                  <a:srgbClr val="657386"/>
                </a:solidFill>
              </a:defRPr>
            </a:lvl5pPr>
            <a:lvl6pPr>
              <a:defRPr sz="1275" b="0">
                <a:solidFill>
                  <a:srgbClr val="657386"/>
                </a:solidFill>
              </a:defRPr>
            </a:lvl6pPr>
            <a:lvl7pPr>
              <a:defRPr sz="1275" b="0">
                <a:solidFill>
                  <a:srgbClr val="657386"/>
                </a:solidFill>
              </a:defRPr>
            </a:lvl7pPr>
            <a:lvl8pPr>
              <a:defRPr sz="1275" b="0">
                <a:solidFill>
                  <a:srgbClr val="657386"/>
                </a:solidFill>
              </a:defRPr>
            </a:lvl8pPr>
            <a:lvl9pPr>
              <a:defRPr sz="1275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386"/>
                </a:solidFill>
              </a:defRPr>
            </a:pPr>
            <a:r>
              <a:rPr sz="1275" b="0">
                <a:solidFill>
                  <a:srgbClr val="657386"/>
                </a:solidFill>
              </a:rPr>
              <a:t>Aktivitas berbasis ketukan, pilihan, dan hasil langsung membuat anak terlibat.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C40C4-9B0F-4E9A-8B72-1B6EE25A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99060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15253-001C-46C0-96E7-66667C30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289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4334A"/>
                </a:solidFill>
              </a:defRPr>
            </a:defPPr>
            <a:lvl1pPr>
              <a:defRPr sz="1575" b="1">
                <a:solidFill>
                  <a:srgbClr val="24334A"/>
                </a:solidFill>
              </a:defRPr>
            </a:lvl1pPr>
            <a:lvl2pPr>
              <a:defRPr sz="1575" b="1">
                <a:solidFill>
                  <a:srgbClr val="24334A"/>
                </a:solidFill>
              </a:defRPr>
            </a:lvl2pPr>
            <a:lvl3pPr>
              <a:defRPr sz="1575" b="1">
                <a:solidFill>
                  <a:srgbClr val="24334A"/>
                </a:solidFill>
              </a:defRPr>
            </a:lvl3pPr>
            <a:lvl4pPr>
              <a:defRPr sz="1575" b="1">
                <a:solidFill>
                  <a:srgbClr val="24334A"/>
                </a:solidFill>
              </a:defRPr>
            </a:lvl4pPr>
            <a:lvl5pPr>
              <a:defRPr sz="1575" b="1">
                <a:solidFill>
                  <a:srgbClr val="24334A"/>
                </a:solidFill>
              </a:defRPr>
            </a:lvl5pPr>
            <a:lvl6pPr>
              <a:defRPr sz="1575" b="1">
                <a:solidFill>
                  <a:srgbClr val="24334A"/>
                </a:solidFill>
              </a:defRPr>
            </a:lvl6pPr>
            <a:lvl7pPr>
              <a:defRPr sz="1575" b="1">
                <a:solidFill>
                  <a:srgbClr val="24334A"/>
                </a:solidFill>
              </a:defRPr>
            </a:lvl7pPr>
            <a:lvl8pPr>
              <a:defRPr sz="1575" b="1">
                <a:solidFill>
                  <a:srgbClr val="24334A"/>
                </a:solidFill>
              </a:defRPr>
            </a:lvl8pPr>
            <a:lvl9pPr>
              <a:defRPr sz="157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34A"/>
                </a:solidFill>
              </a:defRPr>
            </a:pPr>
            <a:r>
              <a:rPr sz="1575" b="1">
                <a:solidFill>
                  <a:srgbClr val="24334A"/>
                </a:solidFill>
              </a:rPr>
              <a:t>Luring dan tanpa akun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34F1C-C05C-46AB-9E17-8D46A520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28975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57386"/>
                </a:solidFill>
              </a:defRPr>
            </a:defPPr>
            <a:lvl1pPr>
              <a:defRPr sz="1275" b="0">
                <a:solidFill>
                  <a:srgbClr val="657386"/>
                </a:solidFill>
              </a:defRPr>
            </a:lvl1pPr>
            <a:lvl2pPr>
              <a:defRPr sz="1275" b="0">
                <a:solidFill>
                  <a:srgbClr val="657386"/>
                </a:solidFill>
              </a:defRPr>
            </a:lvl2pPr>
            <a:lvl3pPr>
              <a:defRPr sz="1275" b="0">
                <a:solidFill>
                  <a:srgbClr val="657386"/>
                </a:solidFill>
              </a:defRPr>
            </a:lvl3pPr>
            <a:lvl4pPr>
              <a:defRPr sz="1275" b="0">
                <a:solidFill>
                  <a:srgbClr val="657386"/>
                </a:solidFill>
              </a:defRPr>
            </a:lvl4pPr>
            <a:lvl5pPr>
              <a:defRPr sz="1275" b="0">
                <a:solidFill>
                  <a:srgbClr val="657386"/>
                </a:solidFill>
              </a:defRPr>
            </a:lvl5pPr>
            <a:lvl6pPr>
              <a:defRPr sz="1275" b="0">
                <a:solidFill>
                  <a:srgbClr val="657386"/>
                </a:solidFill>
              </a:defRPr>
            </a:lvl6pPr>
            <a:lvl7pPr>
              <a:defRPr sz="1275" b="0">
                <a:solidFill>
                  <a:srgbClr val="657386"/>
                </a:solidFill>
              </a:defRPr>
            </a:lvl7pPr>
            <a:lvl8pPr>
              <a:defRPr sz="1275" b="0">
                <a:solidFill>
                  <a:srgbClr val="657386"/>
                </a:solidFill>
              </a:defRPr>
            </a:lvl8pPr>
            <a:lvl9pPr>
              <a:defRPr sz="1275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386"/>
                </a:solidFill>
              </a:defRPr>
            </a:pPr>
            <a:r>
              <a:rPr sz="1275" b="0">
                <a:solidFill>
                  <a:srgbClr val="657386"/>
                </a:solidFill>
              </a:rPr>
              <a:t>File dapat digunakan saat koneksi internet tidak tersedia.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113B0-956A-445E-8F81-870C7BA9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99060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F3A7D-470D-4827-91E7-D50C32F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4334A"/>
                </a:solidFill>
              </a:defRPr>
            </a:defPPr>
            <a:lvl1pPr>
              <a:defRPr sz="1575" b="1">
                <a:solidFill>
                  <a:srgbClr val="24334A"/>
                </a:solidFill>
              </a:defRPr>
            </a:lvl1pPr>
            <a:lvl2pPr>
              <a:defRPr sz="1575" b="1">
                <a:solidFill>
                  <a:srgbClr val="24334A"/>
                </a:solidFill>
              </a:defRPr>
            </a:lvl2pPr>
            <a:lvl3pPr>
              <a:defRPr sz="1575" b="1">
                <a:solidFill>
                  <a:srgbClr val="24334A"/>
                </a:solidFill>
              </a:defRPr>
            </a:lvl3pPr>
            <a:lvl4pPr>
              <a:defRPr sz="1575" b="1">
                <a:solidFill>
                  <a:srgbClr val="24334A"/>
                </a:solidFill>
              </a:defRPr>
            </a:lvl4pPr>
            <a:lvl5pPr>
              <a:defRPr sz="1575" b="1">
                <a:solidFill>
                  <a:srgbClr val="24334A"/>
                </a:solidFill>
              </a:defRPr>
            </a:lvl5pPr>
            <a:lvl6pPr>
              <a:defRPr sz="1575" b="1">
                <a:solidFill>
                  <a:srgbClr val="24334A"/>
                </a:solidFill>
              </a:defRPr>
            </a:lvl6pPr>
            <a:lvl7pPr>
              <a:defRPr sz="1575" b="1">
                <a:solidFill>
                  <a:srgbClr val="24334A"/>
                </a:solidFill>
              </a:defRPr>
            </a:lvl7pPr>
            <a:lvl8pPr>
              <a:defRPr sz="1575" b="1">
                <a:solidFill>
                  <a:srgbClr val="24334A"/>
                </a:solidFill>
              </a:defRPr>
            </a:lvl8pPr>
            <a:lvl9pPr>
              <a:defRPr sz="157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34A"/>
                </a:solidFill>
              </a:defRPr>
            </a:pPr>
            <a:r>
              <a:rPr sz="1575" b="1">
                <a:solidFill>
                  <a:srgbClr val="24334A"/>
                </a:solidFill>
              </a:rPr>
              <a:t>Hemat bahan cetak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94F25-578C-4967-9F77-F9D7EAD1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57650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57386"/>
                </a:solidFill>
              </a:defRPr>
            </a:defPPr>
            <a:lvl1pPr>
              <a:defRPr sz="1275" b="0">
                <a:solidFill>
                  <a:srgbClr val="657386"/>
                </a:solidFill>
              </a:defRPr>
            </a:lvl1pPr>
            <a:lvl2pPr>
              <a:defRPr sz="1275" b="0">
                <a:solidFill>
                  <a:srgbClr val="657386"/>
                </a:solidFill>
              </a:defRPr>
            </a:lvl2pPr>
            <a:lvl3pPr>
              <a:defRPr sz="1275" b="0">
                <a:solidFill>
                  <a:srgbClr val="657386"/>
                </a:solidFill>
              </a:defRPr>
            </a:lvl3pPr>
            <a:lvl4pPr>
              <a:defRPr sz="1275" b="0">
                <a:solidFill>
                  <a:srgbClr val="657386"/>
                </a:solidFill>
              </a:defRPr>
            </a:lvl4pPr>
            <a:lvl5pPr>
              <a:defRPr sz="1275" b="0">
                <a:solidFill>
                  <a:srgbClr val="657386"/>
                </a:solidFill>
              </a:defRPr>
            </a:lvl5pPr>
            <a:lvl6pPr>
              <a:defRPr sz="1275" b="0">
                <a:solidFill>
                  <a:srgbClr val="657386"/>
                </a:solidFill>
              </a:defRPr>
            </a:lvl6pPr>
            <a:lvl7pPr>
              <a:defRPr sz="1275" b="0">
                <a:solidFill>
                  <a:srgbClr val="657386"/>
                </a:solidFill>
              </a:defRPr>
            </a:lvl7pPr>
            <a:lvl8pPr>
              <a:defRPr sz="1275" b="0">
                <a:solidFill>
                  <a:srgbClr val="657386"/>
                </a:solidFill>
              </a:defRPr>
            </a:lvl8pPr>
            <a:lvl9pPr>
              <a:defRPr sz="1275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386"/>
                </a:solidFill>
              </a:defRPr>
            </a:pPr>
            <a:r>
              <a:rPr sz="1275" b="0">
                <a:solidFill>
                  <a:srgbClr val="657386"/>
                </a:solidFill>
              </a:rPr>
              <a:t>Gambar dapat digunakan berulang tanpa menggandakan lembar kerja setiap kegiatan.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CD896-1F96-4CD7-AF29-235527C2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2975"/>
            <a:ext cx="99060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E3088-C239-4F8C-A296-02C3CEBA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86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4334A"/>
                </a:solidFill>
              </a:defRPr>
            </a:defPPr>
            <a:lvl1pPr>
              <a:defRPr sz="1575" b="1">
                <a:solidFill>
                  <a:srgbClr val="24334A"/>
                </a:solidFill>
              </a:defRPr>
            </a:lvl1pPr>
            <a:lvl2pPr>
              <a:defRPr sz="1575" b="1">
                <a:solidFill>
                  <a:srgbClr val="24334A"/>
                </a:solidFill>
              </a:defRPr>
            </a:lvl2pPr>
            <a:lvl3pPr>
              <a:defRPr sz="1575" b="1">
                <a:solidFill>
                  <a:srgbClr val="24334A"/>
                </a:solidFill>
              </a:defRPr>
            </a:lvl3pPr>
            <a:lvl4pPr>
              <a:defRPr sz="1575" b="1">
                <a:solidFill>
                  <a:srgbClr val="24334A"/>
                </a:solidFill>
              </a:defRPr>
            </a:lvl4pPr>
            <a:lvl5pPr>
              <a:defRPr sz="1575" b="1">
                <a:solidFill>
                  <a:srgbClr val="24334A"/>
                </a:solidFill>
              </a:defRPr>
            </a:lvl5pPr>
            <a:lvl6pPr>
              <a:defRPr sz="1575" b="1">
                <a:solidFill>
                  <a:srgbClr val="24334A"/>
                </a:solidFill>
              </a:defRPr>
            </a:lvl6pPr>
            <a:lvl7pPr>
              <a:defRPr sz="1575" b="1">
                <a:solidFill>
                  <a:srgbClr val="24334A"/>
                </a:solidFill>
              </a:defRPr>
            </a:lvl7pPr>
            <a:lvl8pPr>
              <a:defRPr sz="1575" b="1">
                <a:solidFill>
                  <a:srgbClr val="24334A"/>
                </a:solidFill>
              </a:defRPr>
            </a:lvl8pPr>
            <a:lvl9pPr>
              <a:defRPr sz="157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4334A"/>
                </a:solidFill>
              </a:defRPr>
            </a:pPr>
            <a:r>
              <a:rPr sz="1575" b="1">
                <a:solidFill>
                  <a:srgbClr val="24334A"/>
                </a:solidFill>
              </a:rPr>
              <a:t>Ramah guru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A9D1A-651E-4FD6-AA96-9D37ED1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86325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657386"/>
                </a:solidFill>
              </a:defRPr>
            </a:defPPr>
            <a:lvl1pPr>
              <a:defRPr sz="1275" b="0">
                <a:solidFill>
                  <a:srgbClr val="657386"/>
                </a:solidFill>
              </a:defRPr>
            </a:lvl1pPr>
            <a:lvl2pPr>
              <a:defRPr sz="1275" b="0">
                <a:solidFill>
                  <a:srgbClr val="657386"/>
                </a:solidFill>
              </a:defRPr>
            </a:lvl2pPr>
            <a:lvl3pPr>
              <a:defRPr sz="1275" b="0">
                <a:solidFill>
                  <a:srgbClr val="657386"/>
                </a:solidFill>
              </a:defRPr>
            </a:lvl3pPr>
            <a:lvl4pPr>
              <a:defRPr sz="1275" b="0">
                <a:solidFill>
                  <a:srgbClr val="657386"/>
                </a:solidFill>
              </a:defRPr>
            </a:lvl4pPr>
            <a:lvl5pPr>
              <a:defRPr sz="1275" b="0">
                <a:solidFill>
                  <a:srgbClr val="657386"/>
                </a:solidFill>
              </a:defRPr>
            </a:lvl5pPr>
            <a:lvl6pPr>
              <a:defRPr sz="1275" b="0">
                <a:solidFill>
                  <a:srgbClr val="657386"/>
                </a:solidFill>
              </a:defRPr>
            </a:lvl6pPr>
            <a:lvl7pPr>
              <a:defRPr sz="1275" b="0">
                <a:solidFill>
                  <a:srgbClr val="657386"/>
                </a:solidFill>
              </a:defRPr>
            </a:lvl7pPr>
            <a:lvl8pPr>
              <a:defRPr sz="1275" b="0">
                <a:solidFill>
                  <a:srgbClr val="657386"/>
                </a:solidFill>
              </a:defRPr>
            </a:lvl8pPr>
            <a:lvl9pPr>
              <a:defRPr sz="1275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57386"/>
                </a:solidFill>
              </a:defRPr>
            </a:pPr>
            <a:r>
              <a:rPr sz="1275" b="0">
                <a:solidFill>
                  <a:srgbClr val="657386"/>
                </a:solidFill>
              </a:rPr>
              <a:t>Menu ringkas, tombol besar, dan instruksi pendek memudahkan pendampingan.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27A75-6A35-47A6-8BE1-3BD2A1A0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57386"/>
                </a:solidFill>
              </a:defRPr>
            </a:defPPr>
            <a:lvl1pPr>
              <a:defRPr sz="900" b="0">
                <a:solidFill>
                  <a:srgbClr val="657386"/>
                </a:solidFill>
              </a:defRPr>
            </a:lvl1pPr>
            <a:lvl2pPr>
              <a:defRPr sz="900" b="0">
                <a:solidFill>
                  <a:srgbClr val="657386"/>
                </a:solidFill>
              </a:defRPr>
            </a:lvl2pPr>
            <a:lvl3pPr>
              <a:defRPr sz="900" b="0">
                <a:solidFill>
                  <a:srgbClr val="657386"/>
                </a:solidFill>
              </a:defRPr>
            </a:lvl3pPr>
            <a:lvl4pPr>
              <a:defRPr sz="900" b="0">
                <a:solidFill>
                  <a:srgbClr val="657386"/>
                </a:solidFill>
              </a:defRPr>
            </a:lvl4pPr>
            <a:lvl5pPr>
              <a:defRPr sz="900" b="0">
                <a:solidFill>
                  <a:srgbClr val="657386"/>
                </a:solidFill>
              </a:defRPr>
            </a:lvl5pPr>
            <a:lvl6pPr>
              <a:defRPr sz="900" b="0">
                <a:solidFill>
                  <a:srgbClr val="657386"/>
                </a:solidFill>
              </a:defRPr>
            </a:lvl6pPr>
            <a:lvl7pPr>
              <a:defRPr sz="900" b="0">
                <a:solidFill>
                  <a:srgbClr val="657386"/>
                </a:solidFill>
              </a:defRPr>
            </a:lvl7pPr>
            <a:lvl8pPr>
              <a:defRPr sz="900" b="0">
                <a:solidFill>
                  <a:srgbClr val="657386"/>
                </a:solidFill>
              </a:defRPr>
            </a:lvl8pPr>
            <a:lvl9pPr>
              <a:defRPr sz="9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Karya Inovatif PPG Calon Guru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452A4-35D0-4AA8-A7B7-872E3D64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484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57386"/>
                </a:solidFill>
              </a:defRPr>
            </a:defPPr>
            <a:lvl1pPr>
              <a:defRPr sz="900" b="1">
                <a:solidFill>
                  <a:srgbClr val="657386"/>
                </a:solidFill>
              </a:defRPr>
            </a:lvl1pPr>
            <a:lvl2pPr>
              <a:defRPr sz="900" b="1">
                <a:solidFill>
                  <a:srgbClr val="657386"/>
                </a:solidFill>
              </a:defRPr>
            </a:lvl2pPr>
            <a:lvl3pPr>
              <a:defRPr sz="900" b="1">
                <a:solidFill>
                  <a:srgbClr val="657386"/>
                </a:solidFill>
              </a:defRPr>
            </a:lvl3pPr>
            <a:lvl4pPr>
              <a:defRPr sz="900" b="1">
                <a:solidFill>
                  <a:srgbClr val="657386"/>
                </a:solidFill>
              </a:defRPr>
            </a:lvl4pPr>
            <a:lvl5pPr>
              <a:defRPr sz="900" b="1">
                <a:solidFill>
                  <a:srgbClr val="657386"/>
                </a:solidFill>
              </a:defRPr>
            </a:lvl5pPr>
            <a:lvl6pPr>
              <a:defRPr sz="900" b="1">
                <a:solidFill>
                  <a:srgbClr val="657386"/>
                </a:solidFill>
              </a:defRPr>
            </a:lvl6pPr>
            <a:lvl7pPr>
              <a:defRPr sz="900" b="1">
                <a:solidFill>
                  <a:srgbClr val="657386"/>
                </a:solidFill>
              </a:defRPr>
            </a:lvl7pPr>
            <a:lvl8pPr>
              <a:defRPr sz="900" b="1">
                <a:solidFill>
                  <a:srgbClr val="657386"/>
                </a:solidFill>
              </a:defRPr>
            </a:lvl8pPr>
            <a:lvl9pPr>
              <a:defRPr sz="900" b="1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57386"/>
                </a:solidFill>
              </a:defRPr>
            </a:pPr>
            <a:r>
              <a:rPr sz="900" b="1">
                <a:solidFill>
                  <a:srgbClr val="65738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69140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A8258-330F-4757-9113-0307F186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7654D9"/>
                </a:solidFill>
              </a:defRPr>
            </a:defPPr>
            <a:lvl1pPr>
              <a:defRPr sz="1050" b="1">
                <a:solidFill>
                  <a:srgbClr val="7654D9"/>
                </a:solidFill>
              </a:defRPr>
            </a:lvl1pPr>
            <a:lvl2pPr>
              <a:defRPr sz="1050" b="1">
                <a:solidFill>
                  <a:srgbClr val="7654D9"/>
                </a:solidFill>
              </a:defRPr>
            </a:lvl2pPr>
            <a:lvl3pPr>
              <a:defRPr sz="1050" b="1">
                <a:solidFill>
                  <a:srgbClr val="7654D9"/>
                </a:solidFill>
              </a:defRPr>
            </a:lvl3pPr>
            <a:lvl4pPr>
              <a:defRPr sz="1050" b="1">
                <a:solidFill>
                  <a:srgbClr val="7654D9"/>
                </a:solidFill>
              </a:defRPr>
            </a:lvl4pPr>
            <a:lvl5pPr>
              <a:defRPr sz="1050" b="1">
                <a:solidFill>
                  <a:srgbClr val="7654D9"/>
                </a:solidFill>
              </a:defRPr>
            </a:lvl5pPr>
            <a:lvl6pPr>
              <a:defRPr sz="1050" b="1">
                <a:solidFill>
                  <a:srgbClr val="7654D9"/>
                </a:solidFill>
              </a:defRPr>
            </a:lvl6pPr>
            <a:lvl7pPr>
              <a:defRPr sz="1050" b="1">
                <a:solidFill>
                  <a:srgbClr val="7654D9"/>
                </a:solidFill>
              </a:defRPr>
            </a:lvl7pPr>
            <a:lvl8pPr>
              <a:defRPr sz="1050" b="1">
                <a:solidFill>
                  <a:srgbClr val="7654D9"/>
                </a:solidFill>
              </a:defRPr>
            </a:lvl8pPr>
            <a:lvl9pPr>
              <a:defRPr sz="10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7654D9"/>
                </a:solidFill>
              </a:defRPr>
            </a:pPr>
            <a:r>
              <a:rPr sz="1050" b="1">
                <a:solidFill>
                  <a:srgbClr val="7654D9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CAF28-808E-4F53-B751-99511CD7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4334A"/>
                </a:solidFill>
              </a:defRPr>
            </a:defPPr>
            <a:lvl1pPr>
              <a:defRPr sz="2400" b="1">
                <a:solidFill>
                  <a:srgbClr val="24334A"/>
                </a:solidFill>
              </a:defRPr>
            </a:lvl1pPr>
            <a:lvl2pPr>
              <a:defRPr sz="2400" b="1">
                <a:solidFill>
                  <a:srgbClr val="24334A"/>
                </a:solidFill>
              </a:defRPr>
            </a:lvl2pPr>
            <a:lvl3pPr>
              <a:defRPr sz="2400" b="1">
                <a:solidFill>
                  <a:srgbClr val="24334A"/>
                </a:solidFill>
              </a:defRPr>
            </a:lvl3pPr>
            <a:lvl4pPr>
              <a:defRPr sz="2400" b="1">
                <a:solidFill>
                  <a:srgbClr val="24334A"/>
                </a:solidFill>
              </a:defRPr>
            </a:lvl4pPr>
            <a:lvl5pPr>
              <a:defRPr sz="2400" b="1">
                <a:solidFill>
                  <a:srgbClr val="24334A"/>
                </a:solidFill>
              </a:defRPr>
            </a:lvl5pPr>
            <a:lvl6pPr>
              <a:defRPr sz="2400" b="1">
                <a:solidFill>
                  <a:srgbClr val="24334A"/>
                </a:solidFill>
              </a:defRPr>
            </a:lvl6pPr>
            <a:lvl7pPr>
              <a:defRPr sz="2400" b="1">
                <a:solidFill>
                  <a:srgbClr val="24334A"/>
                </a:solidFill>
              </a:defRPr>
            </a:lvl7pPr>
            <a:lvl8pPr>
              <a:defRPr sz="2400" b="1">
                <a:solidFill>
                  <a:srgbClr val="24334A"/>
                </a:solidFill>
              </a:defRPr>
            </a:lvl8pPr>
            <a:lvl9pPr>
              <a:defRPr sz="240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34A"/>
                </a:solidFill>
              </a:defRPr>
            </a:pPr>
            <a:r>
              <a:rPr sz="2400" b="1">
                <a:solidFill>
                  <a:srgbClr val="24334A"/>
                </a:solidFill>
              </a:rPr>
              <a:t>Asesmen dan Tindak Lanjut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76C4C-B544-4E27-B51E-03D32C39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386"/>
                </a:solidFill>
              </a:defRPr>
            </a:defPPr>
            <a:lvl1pPr>
              <a:defRPr sz="1350" b="0">
                <a:solidFill>
                  <a:srgbClr val="657386"/>
                </a:solidFill>
              </a:defRPr>
            </a:lvl1pPr>
            <a:lvl2pPr>
              <a:defRPr sz="1350" b="0">
                <a:solidFill>
                  <a:srgbClr val="657386"/>
                </a:solidFill>
              </a:defRPr>
            </a:lvl2pPr>
            <a:lvl3pPr>
              <a:defRPr sz="1350" b="0">
                <a:solidFill>
                  <a:srgbClr val="657386"/>
                </a:solidFill>
              </a:defRPr>
            </a:lvl3pPr>
            <a:lvl4pPr>
              <a:defRPr sz="1350" b="0">
                <a:solidFill>
                  <a:srgbClr val="657386"/>
                </a:solidFill>
              </a:defRPr>
            </a:lvl4pPr>
            <a:lvl5pPr>
              <a:defRPr sz="1350" b="0">
                <a:solidFill>
                  <a:srgbClr val="657386"/>
                </a:solidFill>
              </a:defRPr>
            </a:lvl5pPr>
            <a:lvl6pPr>
              <a:defRPr sz="1350" b="0">
                <a:solidFill>
                  <a:srgbClr val="657386"/>
                </a:solidFill>
              </a:defRPr>
            </a:lvl6pPr>
            <a:lvl7pPr>
              <a:defRPr sz="1350" b="0">
                <a:solidFill>
                  <a:srgbClr val="657386"/>
                </a:solidFill>
              </a:defRPr>
            </a:lvl7pPr>
            <a:lvl8pPr>
              <a:defRPr sz="1350" b="0">
                <a:solidFill>
                  <a:srgbClr val="657386"/>
                </a:solidFill>
              </a:defRPr>
            </a:lvl8pPr>
            <a:lvl9pPr>
              <a:defRPr sz="135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Guru dapat menilai proses berpikir anak melalui aktivitas dan cerita singkat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98557-7680-4C63-9B42-15626912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7B2A1-2E76-4602-A4AE-96F50352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485775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2DCF6-ECCC-4BF3-B9AF-7D1F32A7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03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4334A"/>
                </a:solidFill>
              </a:defRPr>
            </a:defPPr>
            <a:lvl1pPr>
              <a:defRPr sz="1875" b="1">
                <a:solidFill>
                  <a:srgbClr val="24334A"/>
                </a:solidFill>
              </a:defRPr>
            </a:lvl1pPr>
            <a:lvl2pPr>
              <a:defRPr sz="1875" b="1">
                <a:solidFill>
                  <a:srgbClr val="24334A"/>
                </a:solidFill>
              </a:defRPr>
            </a:lvl2pPr>
            <a:lvl3pPr>
              <a:defRPr sz="1875" b="1">
                <a:solidFill>
                  <a:srgbClr val="24334A"/>
                </a:solidFill>
              </a:defRPr>
            </a:lvl3pPr>
            <a:lvl4pPr>
              <a:defRPr sz="1875" b="1">
                <a:solidFill>
                  <a:srgbClr val="24334A"/>
                </a:solidFill>
              </a:defRPr>
            </a:lvl4pPr>
            <a:lvl5pPr>
              <a:defRPr sz="1875" b="1">
                <a:solidFill>
                  <a:srgbClr val="24334A"/>
                </a:solidFill>
              </a:defRPr>
            </a:lvl5pPr>
            <a:lvl6pPr>
              <a:defRPr sz="1875" b="1">
                <a:solidFill>
                  <a:srgbClr val="24334A"/>
                </a:solidFill>
              </a:defRPr>
            </a:lvl6pPr>
            <a:lvl7pPr>
              <a:defRPr sz="1875" b="1">
                <a:solidFill>
                  <a:srgbClr val="24334A"/>
                </a:solidFill>
              </a:defRPr>
            </a:lvl7pPr>
            <a:lvl8pPr>
              <a:defRPr sz="1875" b="1">
                <a:solidFill>
                  <a:srgbClr val="24334A"/>
                </a:solidFill>
              </a:defRPr>
            </a:lvl8pPr>
            <a:lvl9pPr>
              <a:defRPr sz="187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34A"/>
                </a:solidFill>
              </a:defRPr>
            </a:pPr>
            <a:r>
              <a:rPr sz="1875" b="1">
                <a:solidFill>
                  <a:srgbClr val="24334A"/>
                </a:solidFill>
              </a:rPr>
              <a:t>Yang diamati guru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A46C8-EA5D-4482-9B9A-D9BAA47B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4000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657386"/>
                </a:solidFill>
              </a:defRPr>
            </a:defPPr>
            <a:lvl1pPr>
              <a:defRPr sz="1425" b="0">
                <a:solidFill>
                  <a:srgbClr val="657386"/>
                </a:solidFill>
              </a:defRPr>
            </a:lvl1pPr>
            <a:lvl2pPr>
              <a:defRPr sz="1425" b="0">
                <a:solidFill>
                  <a:srgbClr val="657386"/>
                </a:solidFill>
              </a:defRPr>
            </a:lvl2pPr>
            <a:lvl3pPr>
              <a:defRPr sz="1425" b="0">
                <a:solidFill>
                  <a:srgbClr val="657386"/>
                </a:solidFill>
              </a:defRPr>
            </a:lvl3pPr>
            <a:lvl4pPr>
              <a:defRPr sz="1425" b="0">
                <a:solidFill>
                  <a:srgbClr val="657386"/>
                </a:solidFill>
              </a:defRPr>
            </a:lvl4pPr>
            <a:lvl5pPr>
              <a:defRPr sz="1425" b="0">
                <a:solidFill>
                  <a:srgbClr val="657386"/>
                </a:solidFill>
              </a:defRPr>
            </a:lvl5pPr>
            <a:lvl6pPr>
              <a:defRPr sz="1425" b="0">
                <a:solidFill>
                  <a:srgbClr val="657386"/>
                </a:solidFill>
              </a:defRPr>
            </a:lvl6pPr>
            <a:lvl7pPr>
              <a:defRPr sz="1425" b="0">
                <a:solidFill>
                  <a:srgbClr val="657386"/>
                </a:solidFill>
              </a:defRPr>
            </a:lvl7pPr>
            <a:lvl8pPr>
              <a:defRPr sz="1425" b="0">
                <a:solidFill>
                  <a:srgbClr val="657386"/>
                </a:solidFill>
              </a:defRPr>
            </a:lvl8pPr>
            <a:lvl9pPr>
              <a:defRPr sz="1425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386"/>
                </a:solidFill>
              </a:defRPr>
            </a:pPr>
            <a:r>
              <a:rPr sz="1425" b="0">
                <a:solidFill>
                  <a:srgbClr val="657386"/>
                </a:solidFill>
              </a:rPr>
              <a:t>• Memilih warna hangat atau sejuk</a:t>
            </a:r>
          </a:p>
          <a:p xmlns:a="http://schemas.openxmlformats.org/drawingml/2006/main">
            <a:pPr>
              <a:defRPr sz="1425" b="0">
                <a:solidFill>
                  <a:srgbClr val="657386"/>
                </a:solidFill>
              </a:defRPr>
            </a:pPr>
            <a:r>
              <a:rPr sz="1425" b="0">
                <a:solidFill>
                  <a:srgbClr val="657386"/>
                </a:solidFill>
              </a:rPr>
              <a:t>• Memasukkan benda ke kelompok yang sesuai</a:t>
            </a:r>
          </a:p>
          <a:p xmlns:a="http://schemas.openxmlformats.org/drawingml/2006/main">
            <a:pPr>
              <a:defRPr sz="1425" b="0">
                <a:solidFill>
                  <a:srgbClr val="657386"/>
                </a:solidFill>
              </a:defRPr>
            </a:pPr>
            <a:r>
              <a:rPr sz="1425" b="0">
                <a:solidFill>
                  <a:srgbClr val="657386"/>
                </a:solidFill>
              </a:rPr>
              <a:t>• Menggunakan warna untuk memberi suasana</a:t>
            </a:r>
          </a:p>
          <a:p xmlns:a="http://schemas.openxmlformats.org/drawingml/2006/main">
            <a:pPr>
              <a:defRPr sz="1425" b="0">
                <a:solidFill>
                  <a:srgbClr val="657386"/>
                </a:solidFill>
              </a:defRPr>
            </a:pPr>
            <a:r>
              <a:rPr sz="1425" b="0">
                <a:solidFill>
                  <a:srgbClr val="657386"/>
                </a:solidFill>
              </a:rPr>
              <a:t>• Menjelaskan alasan pilihan warna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F8D62-9D33-444A-982E-3C267E9F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4857750" cy="26479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AAA94-A55E-498C-992D-90DA8BC6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003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4334A"/>
                </a:solidFill>
              </a:defRPr>
            </a:defPPr>
            <a:lvl1pPr>
              <a:defRPr sz="1875" b="1">
                <a:solidFill>
                  <a:srgbClr val="24334A"/>
                </a:solidFill>
              </a:defRPr>
            </a:lvl1pPr>
            <a:lvl2pPr>
              <a:defRPr sz="1875" b="1">
                <a:solidFill>
                  <a:srgbClr val="24334A"/>
                </a:solidFill>
              </a:defRPr>
            </a:lvl2pPr>
            <a:lvl3pPr>
              <a:defRPr sz="1875" b="1">
                <a:solidFill>
                  <a:srgbClr val="24334A"/>
                </a:solidFill>
              </a:defRPr>
            </a:lvl3pPr>
            <a:lvl4pPr>
              <a:defRPr sz="1875" b="1">
                <a:solidFill>
                  <a:srgbClr val="24334A"/>
                </a:solidFill>
              </a:defRPr>
            </a:lvl4pPr>
            <a:lvl5pPr>
              <a:defRPr sz="1875" b="1">
                <a:solidFill>
                  <a:srgbClr val="24334A"/>
                </a:solidFill>
              </a:defRPr>
            </a:lvl5pPr>
            <a:lvl6pPr>
              <a:defRPr sz="1875" b="1">
                <a:solidFill>
                  <a:srgbClr val="24334A"/>
                </a:solidFill>
              </a:defRPr>
            </a:lvl6pPr>
            <a:lvl7pPr>
              <a:defRPr sz="1875" b="1">
                <a:solidFill>
                  <a:srgbClr val="24334A"/>
                </a:solidFill>
              </a:defRPr>
            </a:lvl7pPr>
            <a:lvl8pPr>
              <a:defRPr sz="1875" b="1">
                <a:solidFill>
                  <a:srgbClr val="24334A"/>
                </a:solidFill>
              </a:defRPr>
            </a:lvl8pPr>
            <a:lvl9pPr>
              <a:defRPr sz="1875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4334A"/>
                </a:solidFill>
              </a:defRPr>
            </a:pPr>
            <a:r>
              <a:rPr sz="1875" b="1">
                <a:solidFill>
                  <a:srgbClr val="24334A"/>
                </a:solidFill>
              </a:rPr>
              <a:t>Bukti belajar yang dapat disimpan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73B57-050B-44BF-B1AD-6056FD3A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3905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657386"/>
                </a:solidFill>
              </a:defRPr>
            </a:defPPr>
            <a:lvl1pPr>
              <a:defRPr sz="1425" b="0">
                <a:solidFill>
                  <a:srgbClr val="657386"/>
                </a:solidFill>
              </a:defRPr>
            </a:lvl1pPr>
            <a:lvl2pPr>
              <a:defRPr sz="1425" b="0">
                <a:solidFill>
                  <a:srgbClr val="657386"/>
                </a:solidFill>
              </a:defRPr>
            </a:lvl2pPr>
            <a:lvl3pPr>
              <a:defRPr sz="1425" b="0">
                <a:solidFill>
                  <a:srgbClr val="657386"/>
                </a:solidFill>
              </a:defRPr>
            </a:lvl3pPr>
            <a:lvl4pPr>
              <a:defRPr sz="1425" b="0">
                <a:solidFill>
                  <a:srgbClr val="657386"/>
                </a:solidFill>
              </a:defRPr>
            </a:lvl4pPr>
            <a:lvl5pPr>
              <a:defRPr sz="1425" b="0">
                <a:solidFill>
                  <a:srgbClr val="657386"/>
                </a:solidFill>
              </a:defRPr>
            </a:lvl5pPr>
            <a:lvl6pPr>
              <a:defRPr sz="1425" b="0">
                <a:solidFill>
                  <a:srgbClr val="657386"/>
                </a:solidFill>
              </a:defRPr>
            </a:lvl6pPr>
            <a:lvl7pPr>
              <a:defRPr sz="1425" b="0">
                <a:solidFill>
                  <a:srgbClr val="657386"/>
                </a:solidFill>
              </a:defRPr>
            </a:lvl7pPr>
            <a:lvl8pPr>
              <a:defRPr sz="1425" b="0">
                <a:solidFill>
                  <a:srgbClr val="657386"/>
                </a:solidFill>
              </a:defRPr>
            </a:lvl8pPr>
            <a:lvl9pPr>
              <a:defRPr sz="1425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7386"/>
                </a:solidFill>
              </a:defRPr>
            </a:pPr>
            <a:r>
              <a:rPr sz="1425" b="0">
                <a:solidFill>
                  <a:srgbClr val="657386"/>
                </a:solidFill>
              </a:rPr>
              <a:t>• Hasil gambar PNG</a:t>
            </a:r>
          </a:p>
          <a:p xmlns:a="http://schemas.openxmlformats.org/drawingml/2006/main">
            <a:pPr>
              <a:defRPr sz="1425" b="0">
                <a:solidFill>
                  <a:srgbClr val="657386"/>
                </a:solidFill>
              </a:defRPr>
            </a:pPr>
            <a:r>
              <a:rPr sz="1425" b="0">
                <a:solidFill>
                  <a:srgbClr val="657386"/>
                </a:solidFill>
              </a:rPr>
              <a:t>• Jawaban kuis singkat</a:t>
            </a:r>
          </a:p>
          <a:p xmlns:a="http://schemas.openxmlformats.org/drawingml/2006/main">
            <a:pPr>
              <a:defRPr sz="1425" b="0">
                <a:solidFill>
                  <a:srgbClr val="657386"/>
                </a:solidFill>
              </a:defRPr>
            </a:pPr>
            <a:r>
              <a:rPr sz="1425" b="0">
                <a:solidFill>
                  <a:srgbClr val="657386"/>
                </a:solidFill>
              </a:rPr>
              <a:t>• Catatan refleksi sederhana</a:t>
            </a:r>
          </a:p>
          <a:p xmlns:a="http://schemas.openxmlformats.org/drawingml/2006/main">
            <a:pPr>
              <a:defRPr sz="1425" b="0">
                <a:solidFill>
                  <a:srgbClr val="657386"/>
                </a:solidFill>
              </a:defRPr>
            </a:pPr>
            <a:r>
              <a:rPr sz="1425" b="0">
                <a:solidFill>
                  <a:srgbClr val="657386"/>
                </a:solidFill>
              </a:rPr>
              <a:t>• Dokumentasi aktivitas kelas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85C55-7309-457D-9BEC-86C72CFD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29250"/>
            <a:ext cx="845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7654D9"/>
                </a:solidFill>
              </a:defRPr>
            </a:defPPr>
            <a:lvl1pPr>
              <a:defRPr sz="1500" b="1">
                <a:solidFill>
                  <a:srgbClr val="7654D9"/>
                </a:solidFill>
              </a:defRPr>
            </a:lvl1pPr>
            <a:lvl2pPr>
              <a:defRPr sz="1500" b="1">
                <a:solidFill>
                  <a:srgbClr val="7654D9"/>
                </a:solidFill>
              </a:defRPr>
            </a:lvl2pPr>
            <a:lvl3pPr>
              <a:defRPr sz="1500" b="1">
                <a:solidFill>
                  <a:srgbClr val="7654D9"/>
                </a:solidFill>
              </a:defRPr>
            </a:lvl3pPr>
            <a:lvl4pPr>
              <a:defRPr sz="1500" b="1">
                <a:solidFill>
                  <a:srgbClr val="7654D9"/>
                </a:solidFill>
              </a:defRPr>
            </a:lvl4pPr>
            <a:lvl5pPr>
              <a:defRPr sz="1500" b="1">
                <a:solidFill>
                  <a:srgbClr val="7654D9"/>
                </a:solidFill>
              </a:defRPr>
            </a:lvl5pPr>
            <a:lvl6pPr>
              <a:defRPr sz="1500" b="1">
                <a:solidFill>
                  <a:srgbClr val="7654D9"/>
                </a:solidFill>
              </a:defRPr>
            </a:lvl6pPr>
            <a:lvl7pPr>
              <a:defRPr sz="1500" b="1">
                <a:solidFill>
                  <a:srgbClr val="7654D9"/>
                </a:solidFill>
              </a:defRPr>
            </a:lvl7pPr>
            <a:lvl8pPr>
              <a:defRPr sz="1500" b="1">
                <a:solidFill>
                  <a:srgbClr val="7654D9"/>
                </a:solidFill>
              </a:defRPr>
            </a:lvl8pPr>
            <a:lvl9pPr>
              <a:defRPr sz="150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654D9"/>
                </a:solidFill>
              </a:defRPr>
            </a:pPr>
            <a:r>
              <a:rPr sz="1500" b="1">
                <a:solidFill>
                  <a:srgbClr val="7654D9"/>
                </a:solidFill>
              </a:rPr>
              <a:t>Contoh pertanyaan penutup: “Mengapa kamu memilih biru untuk bagian ini?”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6C28C-EB95-4704-8637-C80B8289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657386"/>
                </a:solidFill>
              </a:defRPr>
            </a:defPPr>
            <a:lvl1pPr>
              <a:defRPr sz="900" b="0">
                <a:solidFill>
                  <a:srgbClr val="657386"/>
                </a:solidFill>
              </a:defRPr>
            </a:lvl1pPr>
            <a:lvl2pPr>
              <a:defRPr sz="900" b="0">
                <a:solidFill>
                  <a:srgbClr val="657386"/>
                </a:solidFill>
              </a:defRPr>
            </a:lvl2pPr>
            <a:lvl3pPr>
              <a:defRPr sz="900" b="0">
                <a:solidFill>
                  <a:srgbClr val="657386"/>
                </a:solidFill>
              </a:defRPr>
            </a:lvl3pPr>
            <a:lvl4pPr>
              <a:defRPr sz="900" b="0">
                <a:solidFill>
                  <a:srgbClr val="657386"/>
                </a:solidFill>
              </a:defRPr>
            </a:lvl4pPr>
            <a:lvl5pPr>
              <a:defRPr sz="900" b="0">
                <a:solidFill>
                  <a:srgbClr val="657386"/>
                </a:solidFill>
              </a:defRPr>
            </a:lvl5pPr>
            <a:lvl6pPr>
              <a:defRPr sz="900" b="0">
                <a:solidFill>
                  <a:srgbClr val="657386"/>
                </a:solidFill>
              </a:defRPr>
            </a:lvl6pPr>
            <a:lvl7pPr>
              <a:defRPr sz="900" b="0">
                <a:solidFill>
                  <a:srgbClr val="657386"/>
                </a:solidFill>
              </a:defRPr>
            </a:lvl7pPr>
            <a:lvl8pPr>
              <a:defRPr sz="900" b="0">
                <a:solidFill>
                  <a:srgbClr val="657386"/>
                </a:solidFill>
              </a:defRPr>
            </a:lvl8pPr>
            <a:lvl9pPr>
              <a:defRPr sz="9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57386"/>
                </a:solidFill>
              </a:defRPr>
            </a:pPr>
            <a:r>
              <a:rPr sz="900" b="0">
                <a:solidFill>
                  <a:srgbClr val="657386"/>
                </a:solidFill>
              </a:rPr>
              <a:t>Karya Inovatif PPG Calon Guru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27F99-D576-4EDB-9330-2F8CE74C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484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57386"/>
                </a:solidFill>
              </a:defRPr>
            </a:defPPr>
            <a:lvl1pPr>
              <a:defRPr sz="900" b="1">
                <a:solidFill>
                  <a:srgbClr val="657386"/>
                </a:solidFill>
              </a:defRPr>
            </a:lvl1pPr>
            <a:lvl2pPr>
              <a:defRPr sz="900" b="1">
                <a:solidFill>
                  <a:srgbClr val="657386"/>
                </a:solidFill>
              </a:defRPr>
            </a:lvl2pPr>
            <a:lvl3pPr>
              <a:defRPr sz="900" b="1">
                <a:solidFill>
                  <a:srgbClr val="657386"/>
                </a:solidFill>
              </a:defRPr>
            </a:lvl3pPr>
            <a:lvl4pPr>
              <a:defRPr sz="900" b="1">
                <a:solidFill>
                  <a:srgbClr val="657386"/>
                </a:solidFill>
              </a:defRPr>
            </a:lvl4pPr>
            <a:lvl5pPr>
              <a:defRPr sz="900" b="1">
                <a:solidFill>
                  <a:srgbClr val="657386"/>
                </a:solidFill>
              </a:defRPr>
            </a:lvl5pPr>
            <a:lvl6pPr>
              <a:defRPr sz="900" b="1">
                <a:solidFill>
                  <a:srgbClr val="657386"/>
                </a:solidFill>
              </a:defRPr>
            </a:lvl6pPr>
            <a:lvl7pPr>
              <a:defRPr sz="900" b="1">
                <a:solidFill>
                  <a:srgbClr val="657386"/>
                </a:solidFill>
              </a:defRPr>
            </a:lvl7pPr>
            <a:lvl8pPr>
              <a:defRPr sz="900" b="1">
                <a:solidFill>
                  <a:srgbClr val="657386"/>
                </a:solidFill>
              </a:defRPr>
            </a:lvl8pPr>
            <a:lvl9pPr>
              <a:defRPr sz="900" b="1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57386"/>
                </a:solidFill>
              </a:defRPr>
            </a:pPr>
            <a:r>
              <a:rPr sz="900" b="1">
                <a:solidFill>
                  <a:srgbClr val="65738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7667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D7D54-9CA3-4CED-8022-5A65C97A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6B21A-C533-482B-9D71-FADA33B2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B00DA-67FE-44C4-B686-50B44EE1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14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24334A"/>
                </a:solidFill>
              </a:defRPr>
            </a:defPPr>
            <a:lvl1pPr>
              <a:defRPr sz="3000" b="1">
                <a:solidFill>
                  <a:srgbClr val="24334A"/>
                </a:solidFill>
              </a:defRPr>
            </a:lvl1pPr>
            <a:lvl2pPr>
              <a:defRPr sz="3000" b="1">
                <a:solidFill>
                  <a:srgbClr val="24334A"/>
                </a:solidFill>
              </a:defRPr>
            </a:lvl2pPr>
            <a:lvl3pPr>
              <a:defRPr sz="3000" b="1">
                <a:solidFill>
                  <a:srgbClr val="24334A"/>
                </a:solidFill>
              </a:defRPr>
            </a:lvl3pPr>
            <a:lvl4pPr>
              <a:defRPr sz="3000" b="1">
                <a:solidFill>
                  <a:srgbClr val="24334A"/>
                </a:solidFill>
              </a:defRPr>
            </a:lvl4pPr>
            <a:lvl5pPr>
              <a:defRPr sz="3000" b="1">
                <a:solidFill>
                  <a:srgbClr val="24334A"/>
                </a:solidFill>
              </a:defRPr>
            </a:lvl5pPr>
            <a:lvl6pPr>
              <a:defRPr sz="3000" b="1">
                <a:solidFill>
                  <a:srgbClr val="24334A"/>
                </a:solidFill>
              </a:defRPr>
            </a:lvl6pPr>
            <a:lvl7pPr>
              <a:defRPr sz="3000" b="1">
                <a:solidFill>
                  <a:srgbClr val="24334A"/>
                </a:solidFill>
              </a:defRPr>
            </a:lvl7pPr>
            <a:lvl8pPr>
              <a:defRPr sz="3000" b="1">
                <a:solidFill>
                  <a:srgbClr val="24334A"/>
                </a:solidFill>
              </a:defRPr>
            </a:lvl8pPr>
            <a:lvl9pPr>
              <a:defRPr sz="300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4334A"/>
                </a:solidFill>
              </a:defRPr>
            </a:pPr>
            <a:r>
              <a:rPr sz="3000" b="1">
                <a:solidFill>
                  <a:srgbClr val="24334A"/>
                </a:solidFill>
              </a:rPr>
              <a:t>Petualangan Warna Panas &amp; Dingin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FA0EF-0AD9-42AF-B5EF-B15001B5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657386"/>
                </a:solidFill>
              </a:defRPr>
            </a:defPPr>
            <a:lvl1pPr>
              <a:defRPr sz="1800" b="0">
                <a:solidFill>
                  <a:srgbClr val="657386"/>
                </a:solidFill>
              </a:defRPr>
            </a:lvl1pPr>
            <a:lvl2pPr>
              <a:defRPr sz="1800" b="0">
                <a:solidFill>
                  <a:srgbClr val="657386"/>
                </a:solidFill>
              </a:defRPr>
            </a:lvl2pPr>
            <a:lvl3pPr>
              <a:defRPr sz="1800" b="0">
                <a:solidFill>
                  <a:srgbClr val="657386"/>
                </a:solidFill>
              </a:defRPr>
            </a:lvl3pPr>
            <a:lvl4pPr>
              <a:defRPr sz="1800" b="0">
                <a:solidFill>
                  <a:srgbClr val="657386"/>
                </a:solidFill>
              </a:defRPr>
            </a:lvl4pPr>
            <a:lvl5pPr>
              <a:defRPr sz="1800" b="0">
                <a:solidFill>
                  <a:srgbClr val="657386"/>
                </a:solidFill>
              </a:defRPr>
            </a:lvl5pPr>
            <a:lvl6pPr>
              <a:defRPr sz="1800" b="0">
                <a:solidFill>
                  <a:srgbClr val="657386"/>
                </a:solidFill>
              </a:defRPr>
            </a:lvl6pPr>
            <a:lvl7pPr>
              <a:defRPr sz="1800" b="0">
                <a:solidFill>
                  <a:srgbClr val="657386"/>
                </a:solidFill>
              </a:defRPr>
            </a:lvl7pPr>
            <a:lvl8pPr>
              <a:defRPr sz="1800" b="0">
                <a:solidFill>
                  <a:srgbClr val="657386"/>
                </a:solidFill>
              </a:defRPr>
            </a:lvl8pPr>
            <a:lvl9pPr>
              <a:defRPr sz="180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386"/>
                </a:solidFill>
              </a:defRPr>
            </a:pPr>
            <a:r>
              <a:rPr sz="1800" b="0">
                <a:solidFill>
                  <a:srgbClr val="657386"/>
                </a:solidFill>
              </a:rPr>
              <a:t>Media interaktif sederhana yang membantu siswa kelas II mengenal kesan warna melalui bermain, memilih, mewarnai, dan bercerita.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9FA3B-7EBB-43E7-82B5-46104D69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76625"/>
            <a:ext cx="6477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3CC76-6153-4D6F-A45B-F45B4851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7654D9"/>
                </a:solidFill>
              </a:defRPr>
            </a:defPPr>
            <a:lvl1pPr>
              <a:defRPr sz="1650" b="1">
                <a:solidFill>
                  <a:srgbClr val="7654D9"/>
                </a:solidFill>
              </a:defRPr>
            </a:lvl1pPr>
            <a:lvl2pPr>
              <a:defRPr sz="1650" b="1">
                <a:solidFill>
                  <a:srgbClr val="7654D9"/>
                </a:solidFill>
              </a:defRPr>
            </a:lvl2pPr>
            <a:lvl3pPr>
              <a:defRPr sz="1650" b="1">
                <a:solidFill>
                  <a:srgbClr val="7654D9"/>
                </a:solidFill>
              </a:defRPr>
            </a:lvl3pPr>
            <a:lvl4pPr>
              <a:defRPr sz="1650" b="1">
                <a:solidFill>
                  <a:srgbClr val="7654D9"/>
                </a:solidFill>
              </a:defRPr>
            </a:lvl4pPr>
            <a:lvl5pPr>
              <a:defRPr sz="1650" b="1">
                <a:solidFill>
                  <a:srgbClr val="7654D9"/>
                </a:solidFill>
              </a:defRPr>
            </a:lvl5pPr>
            <a:lvl6pPr>
              <a:defRPr sz="1650" b="1">
                <a:solidFill>
                  <a:srgbClr val="7654D9"/>
                </a:solidFill>
              </a:defRPr>
            </a:lvl6pPr>
            <a:lvl7pPr>
              <a:defRPr sz="1650" b="1">
                <a:solidFill>
                  <a:srgbClr val="7654D9"/>
                </a:solidFill>
              </a:defRPr>
            </a:lvl7pPr>
            <a:lvl8pPr>
              <a:defRPr sz="1650" b="1">
                <a:solidFill>
                  <a:srgbClr val="7654D9"/>
                </a:solidFill>
              </a:defRPr>
            </a:lvl8pPr>
            <a:lvl9pPr>
              <a:defRPr sz="1650" b="1">
                <a:solidFill>
                  <a:srgbClr val="7654D9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654D9"/>
                </a:solidFill>
              </a:defRPr>
            </a:pPr>
            <a:r>
              <a:rPr sz="1650" b="1">
                <a:solidFill>
                  <a:srgbClr val="7654D9"/>
                </a:solidFill>
              </a:rPr>
              <a:t>Harapan pengembangan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7A0B6-173D-4F78-A733-9A9BB2FC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24334A"/>
                </a:solidFill>
              </a:defRPr>
            </a:defPPr>
            <a:lvl1pPr>
              <a:defRPr sz="1275" b="0">
                <a:solidFill>
                  <a:srgbClr val="24334A"/>
                </a:solidFill>
              </a:defRPr>
            </a:lvl1pPr>
            <a:lvl2pPr>
              <a:defRPr sz="1275" b="0">
                <a:solidFill>
                  <a:srgbClr val="24334A"/>
                </a:solidFill>
              </a:defRPr>
            </a:lvl2pPr>
            <a:lvl3pPr>
              <a:defRPr sz="1275" b="0">
                <a:solidFill>
                  <a:srgbClr val="24334A"/>
                </a:solidFill>
              </a:defRPr>
            </a:lvl3pPr>
            <a:lvl4pPr>
              <a:defRPr sz="1275" b="0">
                <a:solidFill>
                  <a:srgbClr val="24334A"/>
                </a:solidFill>
              </a:defRPr>
            </a:lvl4pPr>
            <a:lvl5pPr>
              <a:defRPr sz="1275" b="0">
                <a:solidFill>
                  <a:srgbClr val="24334A"/>
                </a:solidFill>
              </a:defRPr>
            </a:lvl5pPr>
            <a:lvl6pPr>
              <a:defRPr sz="1275" b="0">
                <a:solidFill>
                  <a:srgbClr val="24334A"/>
                </a:solidFill>
              </a:defRPr>
            </a:lvl6pPr>
            <a:lvl7pPr>
              <a:defRPr sz="1275" b="0">
                <a:solidFill>
                  <a:srgbClr val="24334A"/>
                </a:solidFill>
              </a:defRPr>
            </a:lvl7pPr>
            <a:lvl8pPr>
              <a:defRPr sz="1275" b="0">
                <a:solidFill>
                  <a:srgbClr val="24334A"/>
                </a:solidFill>
              </a:defRPr>
            </a:lvl8pPr>
            <a:lvl9pPr>
              <a:defRPr sz="1275" b="0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24334A"/>
                </a:solidFill>
              </a:defRPr>
            </a:pPr>
            <a:r>
              <a:rPr sz="1275" b="0">
                <a:solidFill>
                  <a:srgbClr val="24334A"/>
                </a:solidFill>
              </a:rPr>
              <a:t>Media dapat terus ditambah dengan tema gambar baru, koleksi karya kelas, dan refleksi yang disesuaikan dengan kebutuhan guru.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43570-1C3B-4584-8848-F7570926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24334A"/>
                </a:solidFill>
              </a:defRPr>
            </a:defPPr>
            <a:lvl1pPr>
              <a:defRPr sz="2550" b="1">
                <a:solidFill>
                  <a:srgbClr val="24334A"/>
                </a:solidFill>
              </a:defRPr>
            </a:lvl1pPr>
            <a:lvl2pPr>
              <a:defRPr sz="2550" b="1">
                <a:solidFill>
                  <a:srgbClr val="24334A"/>
                </a:solidFill>
              </a:defRPr>
            </a:lvl2pPr>
            <a:lvl3pPr>
              <a:defRPr sz="2550" b="1">
                <a:solidFill>
                  <a:srgbClr val="24334A"/>
                </a:solidFill>
              </a:defRPr>
            </a:lvl3pPr>
            <a:lvl4pPr>
              <a:defRPr sz="2550" b="1">
                <a:solidFill>
                  <a:srgbClr val="24334A"/>
                </a:solidFill>
              </a:defRPr>
            </a:lvl4pPr>
            <a:lvl5pPr>
              <a:defRPr sz="2550" b="1">
                <a:solidFill>
                  <a:srgbClr val="24334A"/>
                </a:solidFill>
              </a:defRPr>
            </a:lvl5pPr>
            <a:lvl6pPr>
              <a:defRPr sz="2550" b="1">
                <a:solidFill>
                  <a:srgbClr val="24334A"/>
                </a:solidFill>
              </a:defRPr>
            </a:lvl6pPr>
            <a:lvl7pPr>
              <a:defRPr sz="2550" b="1">
                <a:solidFill>
                  <a:srgbClr val="24334A"/>
                </a:solidFill>
              </a:defRPr>
            </a:lvl7pPr>
            <a:lvl8pPr>
              <a:defRPr sz="2550" b="1">
                <a:solidFill>
                  <a:srgbClr val="24334A"/>
                </a:solidFill>
              </a:defRPr>
            </a:lvl8pPr>
            <a:lvl9pPr>
              <a:defRPr sz="2550" b="1">
                <a:solidFill>
                  <a:srgbClr val="24334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334A"/>
                </a:solidFill>
              </a:defRPr>
            </a:pPr>
            <a:r>
              <a:rPr sz="2550" b="1">
                <a:solidFill>
                  <a:srgbClr val="24334A"/>
                </a:solidFill>
              </a:rPr>
              <a:t>Terima kasih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0A3DA-1F8A-4A70-9A35-5133F089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0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57386"/>
                </a:solidFill>
              </a:defRPr>
            </a:defPPr>
            <a:lvl1pPr>
              <a:defRPr sz="1350" b="0">
                <a:solidFill>
                  <a:srgbClr val="657386"/>
                </a:solidFill>
              </a:defRPr>
            </a:lvl1pPr>
            <a:lvl2pPr>
              <a:defRPr sz="1350" b="0">
                <a:solidFill>
                  <a:srgbClr val="657386"/>
                </a:solidFill>
              </a:defRPr>
            </a:lvl2pPr>
            <a:lvl3pPr>
              <a:defRPr sz="1350" b="0">
                <a:solidFill>
                  <a:srgbClr val="657386"/>
                </a:solidFill>
              </a:defRPr>
            </a:lvl3pPr>
            <a:lvl4pPr>
              <a:defRPr sz="1350" b="0">
                <a:solidFill>
                  <a:srgbClr val="657386"/>
                </a:solidFill>
              </a:defRPr>
            </a:lvl4pPr>
            <a:lvl5pPr>
              <a:defRPr sz="1350" b="0">
                <a:solidFill>
                  <a:srgbClr val="657386"/>
                </a:solidFill>
              </a:defRPr>
            </a:lvl5pPr>
            <a:lvl6pPr>
              <a:defRPr sz="1350" b="0">
                <a:solidFill>
                  <a:srgbClr val="657386"/>
                </a:solidFill>
              </a:defRPr>
            </a:lvl6pPr>
            <a:lvl7pPr>
              <a:defRPr sz="1350" b="0">
                <a:solidFill>
                  <a:srgbClr val="657386"/>
                </a:solidFill>
              </a:defRPr>
            </a:lvl7pPr>
            <a:lvl8pPr>
              <a:defRPr sz="1350" b="0">
                <a:solidFill>
                  <a:srgbClr val="657386"/>
                </a:solidFill>
              </a:defRPr>
            </a:lvl8pPr>
            <a:lvl9pPr>
              <a:defRPr sz="1350" b="0">
                <a:solidFill>
                  <a:srgbClr val="65738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386"/>
                </a:solidFill>
              </a:defRPr>
            </a:pPr>
            <a:r>
              <a:rPr sz="1350" b="0">
                <a:solidFill>
                  <a:srgbClr val="657386"/>
                </a:solidFill>
              </a:rPr>
              <a:t>Sesi tanya jawab</a:t>
            </a:r>
          </a:p>
        </p:txBody>
      </p:sp>
    </p:spTree>
    <p:extLst>
      <p:ext uri="{BB962C8B-B14F-4D97-AF65-F5344CB8AC3E}">
        <p14:creationId xmlns:p14="http://schemas.microsoft.com/office/powerpoint/2010/main" val="1772092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2026-10-20T16:11:43.1460000Z</dcterms:created>
  <dcterms:modified xsi:type="dcterms:W3CDTF">2026-10-20T16:11:43.1460000Z</dcterms:modified>
</coreProperties>
</file>